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7" r:id="rId2"/>
    <p:sldId id="256" r:id="rId3"/>
    <p:sldId id="258" r:id="rId4"/>
    <p:sldId id="259" r:id="rId5"/>
    <p:sldId id="260" r:id="rId6"/>
    <p:sldId id="268" r:id="rId7"/>
    <p:sldId id="266" r:id="rId8"/>
    <p:sldId id="264" r:id="rId9"/>
    <p:sldId id="265" r:id="rId10"/>
    <p:sldId id="267" r:id="rId11"/>
    <p:sldId id="269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3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282" r:id="rId33"/>
    <p:sldId id="284" r:id="rId34"/>
    <p:sldId id="285" r:id="rId35"/>
    <p:sldId id="286" r:id="rId36"/>
    <p:sldId id="287" r:id="rId37"/>
    <p:sldId id="288" r:id="rId38"/>
    <p:sldId id="290" r:id="rId39"/>
    <p:sldId id="289" r:id="rId40"/>
    <p:sldId id="281" r:id="rId41"/>
    <p:sldId id="300" r:id="rId4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8599"/>
    <a:srgbClr val="E86926"/>
    <a:srgbClr val="2323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94631" autoAdjust="0"/>
  </p:normalViewPr>
  <p:slideViewPr>
    <p:cSldViewPr snapToGrid="0">
      <p:cViewPr varScale="1">
        <p:scale>
          <a:sx n="76" d="100"/>
          <a:sy n="76" d="100"/>
        </p:scale>
        <p:origin x="9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FD9E50-F7CB-4607-A36A-AFFF0FF03AF6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D23E80-2353-4200-8574-448DAE1BA26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4429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901A1F-D4C6-ADCD-8CE3-CC9A47B96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BC324B-3688-0823-6566-2B85F607A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25003E-E0DF-7C04-14F2-46D25BD2B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9EE4-5F87-4ED8-AE75-99C59C5FA4D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C2A118-94BE-0418-5D94-60886159F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B91266-BD21-5475-50A4-F49DF0BF2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EA73-4143-4E77-8182-6607C6D67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737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CB297F-C1B2-B51C-6C5D-A6FC7EC78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AB9FD-6993-ED38-F264-326AE8F92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ADF609-849F-270D-C6EC-405BE3478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9EE4-5F87-4ED8-AE75-99C59C5FA4D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514E50-2836-8FBC-6D0D-60726AAEC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CDEA1D-9773-E7B7-1ADB-C35DFA612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EA73-4143-4E77-8182-6607C6D67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976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3243F-7007-8B5D-193B-8456F0F5F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451EC7-321A-754A-8761-803F3BCC5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B32083-72AC-4AD6-DCAE-A5146A3A9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9EE4-5F87-4ED8-AE75-99C59C5FA4D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EC058E-E127-051D-A62D-C7D2B251F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74F771-6BF9-0587-DFD9-0EFFA3417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EA73-4143-4E77-8182-6607C6D67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145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F2EFA-6B12-D2FD-9402-DE3B1ABC0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A2283D-3A09-62BB-581E-AB0B78277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7D0DE2E-64FB-28B1-0C59-BBCF776F8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2FC2701-D040-5C30-03E4-D1ED84D55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9EE4-5F87-4ED8-AE75-99C59C5FA4D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7831672-CFEB-812A-8C80-A60110123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B8F6A5-0859-1A2C-D62A-4B39ABB80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EA73-4143-4E77-8182-6607C6D67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78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86126-AA8F-D23B-C2E1-8E89A8FC6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A7582E-BEAE-F1DD-5C75-AC1132DC8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BB7B001-4039-32B6-62FD-EF8D09F2F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B9B6264-009E-06DA-3E2B-1EA4F1506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23FC158-5E13-339F-83F3-F060EC2EB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405E131-1DC0-9CD7-F3C3-B3374267F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9EE4-5F87-4ED8-AE75-99C59C5FA4D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8C6591B-7047-1641-C5A5-30AC6FFEA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5DD468D-3851-6880-68C2-F8546CADB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EA73-4143-4E77-8182-6607C6D67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1715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CE23C-F180-151C-1810-C5FBFB039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602538-DEAC-03CE-2EEE-181047B2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9EE4-5F87-4ED8-AE75-99C59C5FA4D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555D334-5ED2-8B18-309D-BDCB18251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47750E-77DE-9121-F9D2-A1A18A141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EA73-4143-4E77-8182-6607C6D67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661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C89825F-7A2B-7A1D-3D5E-A7EFEF3C6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9EE4-5F87-4ED8-AE75-99C59C5FA4D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6267242-564C-DF97-00F9-7EDFA6E7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2457E8-D23D-4ED0-EE8B-C93C08F0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EA73-4143-4E77-8182-6607C6D67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7957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DB05A2-F7FA-DE47-C3AA-40FD40185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E19B95-793F-DC73-F89C-9259D4572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C53C36A-85C4-2C94-329E-ABF1728ABA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883F98-E560-3143-1DF5-5C2A820CC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9EE4-5F87-4ED8-AE75-99C59C5FA4D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348E45-80F0-3FDE-9561-E42D125DA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1DAA55-4F08-B153-7E54-C24A0E4DD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EA73-4143-4E77-8182-6607C6D67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7675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AE67FE-90A2-274A-3132-D6221205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3DBAA70-9751-2389-389C-3EE0ADAD12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576118-D5F4-707D-557A-BBF998DF2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C0816D-3BD2-A1CD-446E-F1E868DF1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9EE4-5F87-4ED8-AE75-99C59C5FA4D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617836E-E1F7-F93B-9455-43E936BBA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47B6E0-8F54-632B-4B9B-03E2A997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EA73-4143-4E77-8182-6607C6D67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1681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9ADE7-A91D-CACC-882E-EA6FE146B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79BE93-1B24-014C-15E1-F206ECB2D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D67CB59-DE7F-3BE7-7B3E-1ECB0C8BD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9EE4-5F87-4ED8-AE75-99C59C5FA4D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981B4B-4CFC-CA1C-4F20-B481F5B1A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7576E5-546C-541A-5F34-5A7B5194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EA73-4143-4E77-8182-6607C6D67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518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BFAC5A0-9C53-0402-0952-C22C715BB0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66498E6-4FDF-1A1A-6106-BF265F66E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5128249-D0B0-5D07-EA95-8CA03A618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C29EE4-5F87-4ED8-AE75-99C59C5FA4D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6ACD30-01B2-05C0-5106-49DC15F5E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C45FCB2-C28C-01CB-AE8E-F62E2AE4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5EA73-4143-4E77-8182-6607C6D67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0224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81E0A5-9340-57C4-5A80-C2D58883A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A075AF-1DB9-8DBB-DE17-1F741DED8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2EEC0A-1A90-65CA-3A63-0D3B05695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C29EE4-5F87-4ED8-AE75-99C59C5FA4D1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589F28-C98C-2C0F-B5BF-474162E653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1BED39-B9CD-5470-DF21-00E014C19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5EA73-4143-4E77-8182-6607C6D676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673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6E63693-8C35-4179-6E04-A55028B60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764" y="0"/>
            <a:ext cx="97204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31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BCCCFD-66F1-CCE8-785A-7BCFA5AC9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586" y="2148154"/>
            <a:ext cx="5916876" cy="972727"/>
          </a:xfrm>
        </p:spPr>
        <p:txBody>
          <a:bodyPr>
            <a:noAutofit/>
          </a:bodyPr>
          <a:lstStyle/>
          <a:p>
            <a:pPr algn="l"/>
            <a:r>
              <a:rPr lang="en-US" sz="80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BookShelf</a:t>
            </a:r>
            <a:endParaRPr lang="ru-RU" sz="8000" b="1" dirty="0">
              <a:solidFill>
                <a:srgbClr val="568599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BAE7FE-D185-4224-90A7-7D8C7A398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4585" y="3120882"/>
            <a:ext cx="6002215" cy="913304"/>
          </a:xfrm>
        </p:spPr>
        <p:txBody>
          <a:bodyPr>
            <a:normAutofit lnSpcReduction="10000"/>
          </a:bodyPr>
          <a:lstStyle/>
          <a:p>
            <a:pPr algn="l"/>
            <a:r>
              <a:rPr lang="ru-RU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Приложение для учёта выданных книг в библиотеке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1E8891-DB3B-D8AC-CFF5-52C96CA0DC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216"/>
          <a:stretch/>
        </p:blipFill>
        <p:spPr>
          <a:xfrm>
            <a:off x="8080462" y="1199184"/>
            <a:ext cx="2826952" cy="274564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EBDF289-BF2B-6851-17F3-6FA1E13E8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66" y="4666593"/>
            <a:ext cx="11381434" cy="1325044"/>
          </a:xfrm>
          <a:prstGeom prst="rect">
            <a:avLst/>
          </a:prstGeom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968721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8105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0" y="1306286"/>
            <a:ext cx="307479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17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3A99A38-8431-C27B-ACCA-2A46964A3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743" y="5127901"/>
            <a:ext cx="7419033" cy="863735"/>
          </a:xfrm>
          <a:prstGeom prst="rect">
            <a:avLst/>
          </a:prstGeom>
        </p:spPr>
      </p:pic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BAE7FE-D185-4224-90A7-7D8C7A398D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53948" y="1933077"/>
            <a:ext cx="4713968" cy="2640933"/>
          </a:xfrm>
        </p:spPr>
        <p:txBody>
          <a:bodyPr>
            <a:normAutofit/>
          </a:bodyPr>
          <a:lstStyle/>
          <a:p>
            <a:pPr algn="l"/>
            <a:r>
              <a:rPr lang="ru-RU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2. Удобство для пользователей и организации</a:t>
            </a:r>
          </a:p>
          <a:p>
            <a:pPr algn="l"/>
            <a:endParaRPr lang="ru-RU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l"/>
            <a:r>
              <a:rPr lang="ru-RU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3. Эффективное управление ресурсами</a:t>
            </a:r>
          </a:p>
          <a:p>
            <a:pPr algn="l"/>
            <a:endParaRPr lang="ru-RU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l"/>
            <a:r>
              <a:rPr lang="ru-RU" sz="1800" dirty="0">
                <a:solidFill>
                  <a:schemeClr val="bg1"/>
                </a:solidFill>
                <a:latin typeface="Century Gothic" panose="020B0502020202020204" pitchFamily="34" charset="0"/>
              </a:rPr>
              <a:t>4. Улучшение обслуживания</a:t>
            </a:r>
          </a:p>
          <a:p>
            <a:pPr algn="l"/>
            <a:endParaRPr lang="ru-RU" sz="18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EBDF289-BF2B-6851-17F3-6FA1E13E8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66" y="5127901"/>
            <a:ext cx="7419033" cy="863735"/>
          </a:xfrm>
          <a:prstGeom prst="rect">
            <a:avLst/>
          </a:prstGeom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958673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8105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0" y="1433473"/>
            <a:ext cx="307479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4691" y="210262"/>
            <a:ext cx="6791922" cy="972727"/>
          </a:xfrm>
        </p:spPr>
        <p:txBody>
          <a:bodyPr>
            <a:noAutofit/>
          </a:bodyPr>
          <a:lstStyle/>
          <a:p>
            <a:pPr algn="l"/>
            <a:r>
              <a:rPr lang="ru-RU" b="1" dirty="0">
                <a:solidFill>
                  <a:srgbClr val="568599"/>
                </a:solidFill>
                <a:latin typeface="Century Gothic" panose="020B0502020202020204" pitchFamily="34" charset="0"/>
              </a:rPr>
              <a:t>Актуальность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BFCB2C07-522C-98EF-94F1-A538AF14C1BB}"/>
              </a:ext>
            </a:extLst>
          </p:cNvPr>
          <p:cNvSpPr txBox="1">
            <a:spLocks/>
          </p:cNvSpPr>
          <p:nvPr/>
        </p:nvSpPr>
        <p:spPr>
          <a:xfrm>
            <a:off x="1160868" y="2180311"/>
            <a:ext cx="5542779" cy="302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Разработка приложения для учёта выданных книг в библиотеке поможет в дальнейшем автоматизировать работу не только библиотек, но и организаций с подобным устройством.</a:t>
            </a: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8A4EC8F8-6D60-BCC2-9C21-AF859FE93623}"/>
              </a:ext>
            </a:extLst>
          </p:cNvPr>
          <p:cNvCxnSpPr>
            <a:cxnSpLocks/>
          </p:cNvCxnSpPr>
          <p:nvPr/>
        </p:nvCxnSpPr>
        <p:spPr>
          <a:xfrm>
            <a:off x="6806252" y="0"/>
            <a:ext cx="0" cy="437523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762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EBDF289-BF2B-6851-17F3-6FA1E13E8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967" y="569738"/>
            <a:ext cx="7419033" cy="863735"/>
          </a:xfrm>
          <a:prstGeom prst="rect">
            <a:avLst/>
          </a:prstGeom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173884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8105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43347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5566" y="662686"/>
            <a:ext cx="2420045" cy="972727"/>
          </a:xfrm>
        </p:spPr>
        <p:txBody>
          <a:bodyPr>
            <a:noAutofit/>
          </a:bodyPr>
          <a:lstStyle/>
          <a:p>
            <a:pPr algn="l"/>
            <a:r>
              <a:rPr lang="ru-RU" sz="66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Цель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BFCB2C07-522C-98EF-94F1-A538AF14C1BB}"/>
              </a:ext>
            </a:extLst>
          </p:cNvPr>
          <p:cNvSpPr txBox="1">
            <a:spLocks/>
          </p:cNvSpPr>
          <p:nvPr/>
        </p:nvSpPr>
        <p:spPr>
          <a:xfrm>
            <a:off x="1241361" y="2546484"/>
            <a:ext cx="9709279" cy="1765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Целью курсовой работы является разработка полноценного приложения для учёта выданных книг в библиотеке, обеспечивающее удобство, безопасность и привлекательность для организаций.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705" y="5731007"/>
            <a:ext cx="9680295" cy="112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65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8105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810566" y="828702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12790" y="460423"/>
            <a:ext cx="3447376" cy="736559"/>
          </a:xfrm>
        </p:spPr>
        <p:txBody>
          <a:bodyPr>
            <a:noAutofit/>
          </a:bodyPr>
          <a:lstStyle/>
          <a:p>
            <a:pPr algn="l"/>
            <a:r>
              <a:rPr lang="ru-RU" sz="48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Задачи</a:t>
            </a:r>
            <a:endParaRPr lang="ru-RU" sz="5400" b="1" dirty="0">
              <a:solidFill>
                <a:srgbClr val="568599"/>
              </a:solidFill>
              <a:latin typeface="Century Gothic" panose="020B0502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705" y="5731007"/>
            <a:ext cx="9680295" cy="1126994"/>
          </a:xfrm>
          <a:prstGeom prst="rect">
            <a:avLst/>
          </a:prstGeom>
        </p:spPr>
      </p:pic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C1F5E735-E993-39C3-58A3-BCC6545E680A}"/>
              </a:ext>
            </a:extLst>
          </p:cNvPr>
          <p:cNvCxnSpPr>
            <a:cxnSpLocks/>
          </p:cNvCxnSpPr>
          <p:nvPr/>
        </p:nvCxnSpPr>
        <p:spPr>
          <a:xfrm>
            <a:off x="819997" y="3285790"/>
            <a:ext cx="799506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908048F2-B6FA-4BC8-E3DE-6FB079687575}"/>
              </a:ext>
            </a:extLst>
          </p:cNvPr>
          <p:cNvGrpSpPr/>
          <p:nvPr/>
        </p:nvGrpSpPr>
        <p:grpSpPr>
          <a:xfrm>
            <a:off x="1003864" y="1417887"/>
            <a:ext cx="2428799" cy="2018128"/>
            <a:chOff x="1003864" y="1577142"/>
            <a:chExt cx="2428799" cy="2018128"/>
          </a:xfrm>
        </p:grpSpPr>
        <p:sp>
          <p:nvSpPr>
            <p:cNvPr id="12" name="Подзаголовок 2">
              <a:extLst>
                <a:ext uri="{FF2B5EF4-FFF2-40B4-BE49-F238E27FC236}">
                  <a16:creationId xmlns:a16="http://schemas.microsoft.com/office/drawing/2014/main" id="{BFCB2C07-522C-98EF-94F1-A538AF14C1BB}"/>
                </a:ext>
              </a:extLst>
            </p:cNvPr>
            <p:cNvSpPr txBox="1">
              <a:spLocks/>
            </p:cNvSpPr>
            <p:nvPr/>
          </p:nvSpPr>
          <p:spPr>
            <a:xfrm>
              <a:off x="1003864" y="2611636"/>
              <a:ext cx="2428799" cy="9836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1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Анализ существующих решений</a:t>
              </a:r>
            </a:p>
          </p:txBody>
        </p:sp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43A6AE11-6E7F-7671-8B7E-FD5C1A864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3656" y="1577142"/>
              <a:ext cx="849214" cy="1009313"/>
            </a:xfrm>
            <a:prstGeom prst="rect">
              <a:avLst/>
            </a:prstGeom>
          </p:spPr>
        </p:pic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0DED4E5A-D2EE-C4F2-ACDA-5256CAE33D1D}"/>
              </a:ext>
            </a:extLst>
          </p:cNvPr>
          <p:cNvGrpSpPr/>
          <p:nvPr/>
        </p:nvGrpSpPr>
        <p:grpSpPr>
          <a:xfrm>
            <a:off x="3667201" y="1455443"/>
            <a:ext cx="2428799" cy="1980572"/>
            <a:chOff x="3667201" y="1614698"/>
            <a:chExt cx="2428799" cy="1980572"/>
          </a:xfrm>
        </p:grpSpPr>
        <p:sp>
          <p:nvSpPr>
            <p:cNvPr id="2" name="Подзаголовок 2">
              <a:extLst>
                <a:ext uri="{FF2B5EF4-FFF2-40B4-BE49-F238E27FC236}">
                  <a16:creationId xmlns:a16="http://schemas.microsoft.com/office/drawing/2014/main" id="{2D4FDEDA-5E78-699D-050E-97BF49EBBD66}"/>
                </a:ext>
              </a:extLst>
            </p:cNvPr>
            <p:cNvSpPr txBox="1">
              <a:spLocks/>
            </p:cNvSpPr>
            <p:nvPr/>
          </p:nvSpPr>
          <p:spPr>
            <a:xfrm>
              <a:off x="3667201" y="2611636"/>
              <a:ext cx="2428799" cy="9836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1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Определение требований и методов разработки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91FA67C1-1AEE-B39E-DE74-67C78D2CB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78627" y="1614698"/>
              <a:ext cx="805946" cy="983635"/>
            </a:xfrm>
            <a:prstGeom prst="rect">
              <a:avLst/>
            </a:prstGeom>
          </p:spPr>
        </p:pic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0474031D-903C-1DDF-97D3-6872F19193B9}"/>
              </a:ext>
            </a:extLst>
          </p:cNvPr>
          <p:cNvGrpSpPr/>
          <p:nvPr/>
        </p:nvGrpSpPr>
        <p:grpSpPr>
          <a:xfrm>
            <a:off x="6386259" y="1571692"/>
            <a:ext cx="2428799" cy="1864323"/>
            <a:chOff x="6386259" y="1730947"/>
            <a:chExt cx="2428799" cy="1864323"/>
          </a:xfrm>
        </p:grpSpPr>
        <p:sp>
          <p:nvSpPr>
            <p:cNvPr id="3" name="Подзаголовок 2">
              <a:extLst>
                <a:ext uri="{FF2B5EF4-FFF2-40B4-BE49-F238E27FC236}">
                  <a16:creationId xmlns:a16="http://schemas.microsoft.com/office/drawing/2014/main" id="{E9050163-47EA-B144-9493-512AFE55D49A}"/>
                </a:ext>
              </a:extLst>
            </p:cNvPr>
            <p:cNvSpPr txBox="1">
              <a:spLocks/>
            </p:cNvSpPr>
            <p:nvPr/>
          </p:nvSpPr>
          <p:spPr>
            <a:xfrm>
              <a:off x="6386259" y="2611636"/>
              <a:ext cx="2428799" cy="9836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1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Определение плана работ</a:t>
              </a:r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9636E0A2-4D8A-CEA3-EA6D-BE3211176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1610" y="1730947"/>
              <a:ext cx="895910" cy="922005"/>
            </a:xfrm>
            <a:prstGeom prst="rect">
              <a:avLst/>
            </a:prstGeom>
          </p:spPr>
        </p:pic>
      </p:grp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0169ECB2-E58A-88EF-7614-EB53F3A7C6B1}"/>
              </a:ext>
            </a:extLst>
          </p:cNvPr>
          <p:cNvGrpSpPr/>
          <p:nvPr/>
        </p:nvGrpSpPr>
        <p:grpSpPr>
          <a:xfrm>
            <a:off x="9159365" y="2353187"/>
            <a:ext cx="2428799" cy="1977008"/>
            <a:chOff x="9049596" y="1618262"/>
            <a:chExt cx="2428799" cy="1977008"/>
          </a:xfrm>
        </p:grpSpPr>
        <p:sp>
          <p:nvSpPr>
            <p:cNvPr id="11" name="Подзаголовок 2">
              <a:extLst>
                <a:ext uri="{FF2B5EF4-FFF2-40B4-BE49-F238E27FC236}">
                  <a16:creationId xmlns:a16="http://schemas.microsoft.com/office/drawing/2014/main" id="{A6B99385-F321-8FAA-884B-C93FB5D99C10}"/>
                </a:ext>
              </a:extLst>
            </p:cNvPr>
            <p:cNvSpPr txBox="1">
              <a:spLocks/>
            </p:cNvSpPr>
            <p:nvPr/>
          </p:nvSpPr>
          <p:spPr>
            <a:xfrm>
              <a:off x="9049596" y="2611636"/>
              <a:ext cx="2428799" cy="9836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1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Разработка дизайна и интерфейса</a:t>
              </a:r>
            </a:p>
          </p:txBody>
        </p:sp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C294BAC6-6ECD-EF5C-7905-504A144F14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0298" y="1618262"/>
              <a:ext cx="1230262" cy="968194"/>
            </a:xfrm>
            <a:prstGeom prst="rect">
              <a:avLst/>
            </a:prstGeom>
          </p:spPr>
        </p:pic>
      </p:grp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499A3116-BD46-2175-FCAF-7D2C5E959433}"/>
              </a:ext>
            </a:extLst>
          </p:cNvPr>
          <p:cNvGrpSpPr/>
          <p:nvPr/>
        </p:nvGrpSpPr>
        <p:grpSpPr>
          <a:xfrm>
            <a:off x="1025746" y="3410415"/>
            <a:ext cx="2428799" cy="1768626"/>
            <a:chOff x="1025746" y="3569670"/>
            <a:chExt cx="2428799" cy="1768626"/>
          </a:xfrm>
        </p:grpSpPr>
        <p:sp>
          <p:nvSpPr>
            <p:cNvPr id="4" name="Подзаголовок 2">
              <a:extLst>
                <a:ext uri="{FF2B5EF4-FFF2-40B4-BE49-F238E27FC236}">
                  <a16:creationId xmlns:a16="http://schemas.microsoft.com/office/drawing/2014/main" id="{FF056A11-090F-0AC6-F2E8-000A857473C0}"/>
                </a:ext>
              </a:extLst>
            </p:cNvPr>
            <p:cNvSpPr txBox="1">
              <a:spLocks/>
            </p:cNvSpPr>
            <p:nvPr/>
          </p:nvSpPr>
          <p:spPr>
            <a:xfrm>
              <a:off x="1025746" y="3569670"/>
              <a:ext cx="2428799" cy="9836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1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Проектирование структуры базы данных</a:t>
              </a:r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E0ED7474-CBB4-55D2-0971-40FF17ED8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67769" y="4412634"/>
              <a:ext cx="808912" cy="925662"/>
            </a:xfrm>
            <a:prstGeom prst="rect">
              <a:avLst/>
            </a:prstGeom>
          </p:spPr>
        </p:pic>
      </p:grp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6704FFA1-C6C0-EE27-1548-6C8BB36E81FB}"/>
              </a:ext>
            </a:extLst>
          </p:cNvPr>
          <p:cNvGrpSpPr/>
          <p:nvPr/>
        </p:nvGrpSpPr>
        <p:grpSpPr>
          <a:xfrm>
            <a:off x="3710965" y="3410415"/>
            <a:ext cx="2428799" cy="1613822"/>
            <a:chOff x="3710965" y="3569670"/>
            <a:chExt cx="2428799" cy="1613822"/>
          </a:xfrm>
        </p:grpSpPr>
        <p:sp>
          <p:nvSpPr>
            <p:cNvPr id="5" name="Подзаголовок 2">
              <a:extLst>
                <a:ext uri="{FF2B5EF4-FFF2-40B4-BE49-F238E27FC236}">
                  <a16:creationId xmlns:a16="http://schemas.microsoft.com/office/drawing/2014/main" id="{31974723-530F-3C83-44C7-01F222EBFDEF}"/>
                </a:ext>
              </a:extLst>
            </p:cNvPr>
            <p:cNvSpPr txBox="1">
              <a:spLocks/>
            </p:cNvSpPr>
            <p:nvPr/>
          </p:nvSpPr>
          <p:spPr>
            <a:xfrm>
              <a:off x="3710965" y="3569670"/>
              <a:ext cx="2428799" cy="9836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1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Реализация функционала</a:t>
              </a: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7040B5AD-12C9-AAAB-72C6-37C02B837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40810" y="4237119"/>
              <a:ext cx="1347190" cy="946373"/>
            </a:xfrm>
            <a:prstGeom prst="rect">
              <a:avLst/>
            </a:prstGeom>
          </p:spPr>
        </p:pic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13C9D617-E039-8D23-597E-2B96DE7BBBB4}"/>
              </a:ext>
            </a:extLst>
          </p:cNvPr>
          <p:cNvGrpSpPr/>
          <p:nvPr/>
        </p:nvGrpSpPr>
        <p:grpSpPr>
          <a:xfrm>
            <a:off x="6435165" y="3410415"/>
            <a:ext cx="2428799" cy="1585880"/>
            <a:chOff x="6435165" y="3569670"/>
            <a:chExt cx="2428799" cy="1585880"/>
          </a:xfrm>
        </p:grpSpPr>
        <p:sp>
          <p:nvSpPr>
            <p:cNvPr id="7" name="Подзаголовок 2">
              <a:extLst>
                <a:ext uri="{FF2B5EF4-FFF2-40B4-BE49-F238E27FC236}">
                  <a16:creationId xmlns:a16="http://schemas.microsoft.com/office/drawing/2014/main" id="{E6B4CF61-B4CA-7A9F-655E-A1D83D7135FC}"/>
                </a:ext>
              </a:extLst>
            </p:cNvPr>
            <p:cNvSpPr txBox="1">
              <a:spLocks/>
            </p:cNvSpPr>
            <p:nvPr/>
          </p:nvSpPr>
          <p:spPr>
            <a:xfrm>
              <a:off x="6435165" y="3569670"/>
              <a:ext cx="2428799" cy="983634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ru-RU" sz="1600" b="1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Тестирование и отладка</a:t>
              </a:r>
            </a:p>
          </p:txBody>
        </p:sp>
        <p:pic>
          <p:nvPicPr>
            <p:cNvPr id="39" name="Рисунок 38">
              <a:extLst>
                <a:ext uri="{FF2B5EF4-FFF2-40B4-BE49-F238E27FC236}">
                  <a16:creationId xmlns:a16="http://schemas.microsoft.com/office/drawing/2014/main" id="{4953BCF8-8D89-9136-DC85-082024E26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45143" y="4218423"/>
              <a:ext cx="1355349" cy="9371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4007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>
            <a:cxnSpLocks/>
          </p:cNvCxnSpPr>
          <p:nvPr/>
        </p:nvCxnSpPr>
        <p:spPr>
          <a:xfrm>
            <a:off x="11432846" y="0"/>
            <a:ext cx="0" cy="128107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488" y="204450"/>
            <a:ext cx="7672712" cy="972727"/>
          </a:xfrm>
        </p:spPr>
        <p:txBody>
          <a:bodyPr>
            <a:noAutofit/>
          </a:bodyPr>
          <a:lstStyle/>
          <a:p>
            <a:pPr algn="l"/>
            <a:r>
              <a:rPr lang="ru-RU" sz="66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Анализ рынка</a:t>
            </a:r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778343A9-21D8-67B0-B500-41F8C9136B8F}"/>
              </a:ext>
            </a:extLst>
          </p:cNvPr>
          <p:cNvSpPr txBox="1">
            <a:spLocks/>
          </p:cNvSpPr>
          <p:nvPr/>
        </p:nvSpPr>
        <p:spPr>
          <a:xfrm>
            <a:off x="1116354" y="2506554"/>
            <a:ext cx="4519358" cy="9727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 err="1"/>
              <a:t>BookTracker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A21F54-6CB8-1453-1502-99581A55F86D}"/>
              </a:ext>
            </a:extLst>
          </p:cNvPr>
          <p:cNvSpPr txBox="1">
            <a:spLocks/>
          </p:cNvSpPr>
          <p:nvPr/>
        </p:nvSpPr>
        <p:spPr>
          <a:xfrm>
            <a:off x="1116354" y="3479279"/>
            <a:ext cx="4519360" cy="972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Librarian’s Assistant</a:t>
            </a:r>
            <a:endParaRPr lang="ru-RU" sz="3200" dirty="0">
              <a:solidFill>
                <a:schemeClr val="bg1">
                  <a:lumMod val="10000"/>
                  <a:lumOff val="9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5CC757FE-16D1-CFFD-2BFA-B4DA676AF30E}"/>
              </a:ext>
            </a:extLst>
          </p:cNvPr>
          <p:cNvSpPr txBox="1">
            <a:spLocks/>
          </p:cNvSpPr>
          <p:nvPr/>
        </p:nvSpPr>
        <p:spPr>
          <a:xfrm>
            <a:off x="1116353" y="4452002"/>
            <a:ext cx="4519355" cy="9727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/>
              <a:t>Reader’s Shelf</a:t>
            </a:r>
            <a:endParaRPr lang="ru-RU" dirty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F74B8B1-1166-AB19-F15E-0F29F0B8633D}"/>
              </a:ext>
            </a:extLst>
          </p:cNvPr>
          <p:cNvCxnSpPr>
            <a:cxnSpLocks/>
          </p:cNvCxnSpPr>
          <p:nvPr/>
        </p:nvCxnSpPr>
        <p:spPr>
          <a:xfrm>
            <a:off x="747338" y="2148840"/>
            <a:ext cx="0" cy="470916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E7A0F952-6B59-6FB0-7355-66F6D00ABC32}"/>
              </a:ext>
            </a:extLst>
          </p:cNvPr>
          <p:cNvSpPr/>
          <p:nvPr/>
        </p:nvSpPr>
        <p:spPr>
          <a:xfrm>
            <a:off x="533447" y="2055142"/>
            <a:ext cx="451412" cy="451412"/>
          </a:xfrm>
          <a:prstGeom prst="ellipse">
            <a:avLst/>
          </a:prstGeom>
          <a:solidFill>
            <a:srgbClr val="E869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8321A30-CF8A-B02B-B6B7-43F517B98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9813" y="2444373"/>
            <a:ext cx="11500550" cy="5576927"/>
          </a:xfrm>
          <a:prstGeom prst="rect">
            <a:avLst/>
          </a:prstGeom>
        </p:spPr>
      </p:pic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28107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5560D09-872D-8FC2-399B-C106CB92C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807" y="3605227"/>
            <a:ext cx="10120842" cy="558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0BD0091-4552-0756-A581-C3510CB3F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807" y="4207102"/>
            <a:ext cx="7525090" cy="5576927"/>
          </a:xfrm>
          <a:prstGeom prst="rect">
            <a:avLst/>
          </a:prstGeom>
        </p:spPr>
      </p:pic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D303C7CB-A3F7-51D6-5B29-8903CE495B45}"/>
              </a:ext>
            </a:extLst>
          </p:cNvPr>
          <p:cNvSpPr txBox="1">
            <a:spLocks/>
          </p:cNvSpPr>
          <p:nvPr/>
        </p:nvSpPr>
        <p:spPr>
          <a:xfrm>
            <a:off x="1116353" y="5424724"/>
            <a:ext cx="4519355" cy="9727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Анализ</a:t>
            </a:r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46A72A47-B259-6256-C0B9-D69F2C08ED4C}"/>
              </a:ext>
            </a:extLst>
          </p:cNvPr>
          <p:cNvSpPr/>
          <p:nvPr/>
        </p:nvSpPr>
        <p:spPr>
          <a:xfrm>
            <a:off x="12192000" y="1050298"/>
            <a:ext cx="451412" cy="451412"/>
          </a:xfrm>
          <a:prstGeom prst="ellipse">
            <a:avLst/>
          </a:prstGeom>
          <a:solidFill>
            <a:srgbClr val="E869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365226FA-3F61-5A21-674D-588FBA2D913B}"/>
              </a:ext>
            </a:extLst>
          </p:cNvPr>
          <p:cNvSpPr/>
          <p:nvPr/>
        </p:nvSpPr>
        <p:spPr>
          <a:xfrm>
            <a:off x="12934410" y="900834"/>
            <a:ext cx="714805" cy="714805"/>
          </a:xfrm>
          <a:prstGeom prst="ellipse">
            <a:avLst/>
          </a:prstGeom>
          <a:solidFill>
            <a:srgbClr val="E869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C8F39BB9-8935-B2A1-0F26-625A7F433BE0}"/>
              </a:ext>
            </a:extLst>
          </p:cNvPr>
          <p:cNvCxnSpPr>
            <a:cxnSpLocks/>
          </p:cNvCxnSpPr>
          <p:nvPr/>
        </p:nvCxnSpPr>
        <p:spPr>
          <a:xfrm>
            <a:off x="-12316767" y="6241462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CEAEEB9-1323-447D-ED4F-8950D6CD17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761" y="6341204"/>
            <a:ext cx="7093651" cy="791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32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>
            <a:cxnSpLocks/>
          </p:cNvCxnSpPr>
          <p:nvPr/>
        </p:nvCxnSpPr>
        <p:spPr>
          <a:xfrm>
            <a:off x="11432846" y="0"/>
            <a:ext cx="0" cy="128107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488" y="204450"/>
            <a:ext cx="7672712" cy="972727"/>
          </a:xfrm>
        </p:spPr>
        <p:txBody>
          <a:bodyPr>
            <a:noAutofit/>
          </a:bodyPr>
          <a:lstStyle/>
          <a:p>
            <a:pPr algn="l"/>
            <a:r>
              <a:rPr lang="ru-RU" sz="66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Анализ рынка</a:t>
            </a:r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778343A9-21D8-67B0-B500-41F8C9136B8F}"/>
              </a:ext>
            </a:extLst>
          </p:cNvPr>
          <p:cNvSpPr txBox="1">
            <a:spLocks/>
          </p:cNvSpPr>
          <p:nvPr/>
        </p:nvSpPr>
        <p:spPr>
          <a:xfrm>
            <a:off x="1116354" y="2506554"/>
            <a:ext cx="4519358" cy="972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4400" b="1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BookTracker</a:t>
            </a:r>
            <a:endParaRPr lang="ru-RU" sz="4400" b="1" dirty="0">
              <a:solidFill>
                <a:schemeClr val="bg1">
                  <a:lumMod val="10000"/>
                  <a:lumOff val="9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A21F54-6CB8-1453-1502-99581A55F86D}"/>
              </a:ext>
            </a:extLst>
          </p:cNvPr>
          <p:cNvSpPr txBox="1">
            <a:spLocks/>
          </p:cNvSpPr>
          <p:nvPr/>
        </p:nvSpPr>
        <p:spPr>
          <a:xfrm>
            <a:off x="1116354" y="3479279"/>
            <a:ext cx="4519360" cy="972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Librarian’s Assistant</a:t>
            </a:r>
            <a:endParaRPr lang="ru-RU" sz="3200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5CC757FE-16D1-CFFD-2BFA-B4DA676AF30E}"/>
              </a:ext>
            </a:extLst>
          </p:cNvPr>
          <p:cNvSpPr txBox="1">
            <a:spLocks/>
          </p:cNvSpPr>
          <p:nvPr/>
        </p:nvSpPr>
        <p:spPr>
          <a:xfrm>
            <a:off x="1116353" y="4452002"/>
            <a:ext cx="4519355" cy="9727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Reader’s Shelf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F74B8B1-1166-AB19-F15E-0F29F0B8633D}"/>
              </a:ext>
            </a:extLst>
          </p:cNvPr>
          <p:cNvCxnSpPr>
            <a:cxnSpLocks/>
          </p:cNvCxnSpPr>
          <p:nvPr/>
        </p:nvCxnSpPr>
        <p:spPr>
          <a:xfrm>
            <a:off x="747338" y="2560320"/>
            <a:ext cx="0" cy="429768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E7A0F952-6B59-6FB0-7355-66F6D00ABC32}"/>
              </a:ext>
            </a:extLst>
          </p:cNvPr>
          <p:cNvSpPr/>
          <p:nvPr/>
        </p:nvSpPr>
        <p:spPr>
          <a:xfrm>
            <a:off x="533447" y="2767211"/>
            <a:ext cx="451412" cy="451412"/>
          </a:xfrm>
          <a:prstGeom prst="ellipse">
            <a:avLst/>
          </a:prstGeom>
          <a:solidFill>
            <a:srgbClr val="E869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28107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D1452B7-770A-FA92-9821-F8BA8A689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971" y="1281073"/>
            <a:ext cx="11500550" cy="557692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C6251CF-BA2E-9458-DD24-F1B88FBB0D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965" y="4669294"/>
            <a:ext cx="10120842" cy="558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E2490E6-8F84-DBBC-40F1-79F4C2E3C3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965" y="5271169"/>
            <a:ext cx="7525090" cy="5576927"/>
          </a:xfrm>
          <a:prstGeom prst="rect">
            <a:avLst/>
          </a:prstGeom>
        </p:spPr>
      </p:pic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8BA14884-1C15-1414-4E63-83B61E3BA02D}"/>
              </a:ext>
            </a:extLst>
          </p:cNvPr>
          <p:cNvSpPr txBox="1">
            <a:spLocks/>
          </p:cNvSpPr>
          <p:nvPr/>
        </p:nvSpPr>
        <p:spPr>
          <a:xfrm>
            <a:off x="1116353" y="5424724"/>
            <a:ext cx="4519355" cy="9727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Анализ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C5117C1-1630-3F26-F73C-5024D77EC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965" y="6341204"/>
            <a:ext cx="7093651" cy="791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1195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>
            <a:cxnSpLocks/>
          </p:cNvCxnSpPr>
          <p:nvPr/>
        </p:nvCxnSpPr>
        <p:spPr>
          <a:xfrm>
            <a:off x="11432846" y="0"/>
            <a:ext cx="0" cy="127355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488" y="204450"/>
            <a:ext cx="7672712" cy="972727"/>
          </a:xfrm>
        </p:spPr>
        <p:txBody>
          <a:bodyPr>
            <a:noAutofit/>
          </a:bodyPr>
          <a:lstStyle/>
          <a:p>
            <a:pPr algn="l"/>
            <a:r>
              <a:rPr lang="ru-RU" sz="66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Анализ рынка</a:t>
            </a:r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778343A9-21D8-67B0-B500-41F8C9136B8F}"/>
              </a:ext>
            </a:extLst>
          </p:cNvPr>
          <p:cNvSpPr txBox="1">
            <a:spLocks/>
          </p:cNvSpPr>
          <p:nvPr/>
        </p:nvSpPr>
        <p:spPr>
          <a:xfrm>
            <a:off x="1116354" y="2506554"/>
            <a:ext cx="4519358" cy="9727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BookTracker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A21F54-6CB8-1453-1502-99581A55F86D}"/>
              </a:ext>
            </a:extLst>
          </p:cNvPr>
          <p:cNvSpPr txBox="1">
            <a:spLocks/>
          </p:cNvSpPr>
          <p:nvPr/>
        </p:nvSpPr>
        <p:spPr>
          <a:xfrm>
            <a:off x="1116353" y="3479279"/>
            <a:ext cx="5157123" cy="9727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/>
              <a:t>Librarian’s Assistant</a:t>
            </a:r>
            <a:endParaRPr lang="ru-RU" dirty="0"/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5CC757FE-16D1-CFFD-2BFA-B4DA676AF30E}"/>
              </a:ext>
            </a:extLst>
          </p:cNvPr>
          <p:cNvSpPr txBox="1">
            <a:spLocks/>
          </p:cNvSpPr>
          <p:nvPr/>
        </p:nvSpPr>
        <p:spPr>
          <a:xfrm>
            <a:off x="1116353" y="4452002"/>
            <a:ext cx="4519355" cy="9727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Reader’s Shelf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F74B8B1-1166-AB19-F15E-0F29F0B8633D}"/>
              </a:ext>
            </a:extLst>
          </p:cNvPr>
          <p:cNvCxnSpPr>
            <a:cxnSpLocks/>
          </p:cNvCxnSpPr>
          <p:nvPr/>
        </p:nvCxnSpPr>
        <p:spPr>
          <a:xfrm>
            <a:off x="747338" y="2560320"/>
            <a:ext cx="0" cy="429768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E7A0F952-6B59-6FB0-7355-66F6D00ABC32}"/>
              </a:ext>
            </a:extLst>
          </p:cNvPr>
          <p:cNvSpPr/>
          <p:nvPr/>
        </p:nvSpPr>
        <p:spPr>
          <a:xfrm>
            <a:off x="533447" y="3739934"/>
            <a:ext cx="451412" cy="451412"/>
          </a:xfrm>
          <a:prstGeom prst="ellipse">
            <a:avLst/>
          </a:prstGeom>
          <a:solidFill>
            <a:srgbClr val="E869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28107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8592E99-061E-CEE0-523D-41B12F853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971" y="3962856"/>
            <a:ext cx="11500550" cy="557692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D11439F-35D8-DBDD-31B1-A0435AAF5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965" y="1288589"/>
            <a:ext cx="10120842" cy="558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34FECA5-9691-1179-8F71-4A53F8698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965" y="5271169"/>
            <a:ext cx="7525090" cy="5576927"/>
          </a:xfrm>
          <a:prstGeom prst="rect">
            <a:avLst/>
          </a:prstGeom>
        </p:spPr>
      </p:pic>
      <p:sp>
        <p:nvSpPr>
          <p:cNvPr id="18" name="Подзаголовок 2">
            <a:extLst>
              <a:ext uri="{FF2B5EF4-FFF2-40B4-BE49-F238E27FC236}">
                <a16:creationId xmlns:a16="http://schemas.microsoft.com/office/drawing/2014/main" id="{779965FC-1154-4D18-B464-37A40DC6D0B5}"/>
              </a:ext>
            </a:extLst>
          </p:cNvPr>
          <p:cNvSpPr txBox="1">
            <a:spLocks/>
          </p:cNvSpPr>
          <p:nvPr/>
        </p:nvSpPr>
        <p:spPr>
          <a:xfrm>
            <a:off x="1116353" y="5424724"/>
            <a:ext cx="4519355" cy="9727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Анализ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DBB1B85A-1FFA-CFA2-E592-5B810718DA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965" y="6341204"/>
            <a:ext cx="7093651" cy="791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814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>
            <a:cxnSpLocks/>
          </p:cNvCxnSpPr>
          <p:nvPr/>
        </p:nvCxnSpPr>
        <p:spPr>
          <a:xfrm>
            <a:off x="11432846" y="0"/>
            <a:ext cx="0" cy="128107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488" y="204450"/>
            <a:ext cx="7672712" cy="972727"/>
          </a:xfrm>
        </p:spPr>
        <p:txBody>
          <a:bodyPr>
            <a:noAutofit/>
          </a:bodyPr>
          <a:lstStyle/>
          <a:p>
            <a:pPr algn="l"/>
            <a:r>
              <a:rPr lang="ru-RU" sz="66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Анализ рынка</a:t>
            </a:r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778343A9-21D8-67B0-B500-41F8C9136B8F}"/>
              </a:ext>
            </a:extLst>
          </p:cNvPr>
          <p:cNvSpPr txBox="1">
            <a:spLocks/>
          </p:cNvSpPr>
          <p:nvPr/>
        </p:nvSpPr>
        <p:spPr>
          <a:xfrm>
            <a:off x="1116354" y="2506554"/>
            <a:ext cx="4519358" cy="9727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BookTracker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A21F54-6CB8-1453-1502-99581A55F86D}"/>
              </a:ext>
            </a:extLst>
          </p:cNvPr>
          <p:cNvSpPr txBox="1">
            <a:spLocks/>
          </p:cNvSpPr>
          <p:nvPr/>
        </p:nvSpPr>
        <p:spPr>
          <a:xfrm>
            <a:off x="1116354" y="3479279"/>
            <a:ext cx="4519360" cy="972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Librarian’s Assistant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5CC757FE-16D1-CFFD-2BFA-B4DA676AF30E}"/>
              </a:ext>
            </a:extLst>
          </p:cNvPr>
          <p:cNvSpPr txBox="1">
            <a:spLocks/>
          </p:cNvSpPr>
          <p:nvPr/>
        </p:nvSpPr>
        <p:spPr>
          <a:xfrm>
            <a:off x="1116353" y="4452002"/>
            <a:ext cx="4519355" cy="972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/>
              <a:t>Reader’s Shelf</a:t>
            </a:r>
            <a:endParaRPr lang="ru-RU" dirty="0"/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F74B8B1-1166-AB19-F15E-0F29F0B8633D}"/>
              </a:ext>
            </a:extLst>
          </p:cNvPr>
          <p:cNvCxnSpPr>
            <a:cxnSpLocks/>
          </p:cNvCxnSpPr>
          <p:nvPr/>
        </p:nvCxnSpPr>
        <p:spPr>
          <a:xfrm>
            <a:off x="747338" y="2560320"/>
            <a:ext cx="0" cy="429768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E7A0F952-6B59-6FB0-7355-66F6D00ABC32}"/>
              </a:ext>
            </a:extLst>
          </p:cNvPr>
          <p:cNvSpPr/>
          <p:nvPr/>
        </p:nvSpPr>
        <p:spPr>
          <a:xfrm>
            <a:off x="533447" y="4712658"/>
            <a:ext cx="451412" cy="451412"/>
          </a:xfrm>
          <a:prstGeom prst="ellipse">
            <a:avLst/>
          </a:prstGeom>
          <a:solidFill>
            <a:srgbClr val="E869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28107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F785533-DEDF-85FD-51FF-74F829953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971" y="3962856"/>
            <a:ext cx="11500550" cy="557692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4B7C36D-B8C2-7FFD-D0F7-FB85EFA7C4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965" y="5126494"/>
            <a:ext cx="10120842" cy="558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2357985-929D-487C-6A72-E6FE5EFD8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965" y="1281073"/>
            <a:ext cx="7525090" cy="5576927"/>
          </a:xfrm>
          <a:prstGeom prst="rect">
            <a:avLst/>
          </a:prstGeom>
        </p:spPr>
      </p:pic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163F6E86-FD7A-3B65-4F5E-5429915AAC34}"/>
              </a:ext>
            </a:extLst>
          </p:cNvPr>
          <p:cNvSpPr txBox="1">
            <a:spLocks/>
          </p:cNvSpPr>
          <p:nvPr/>
        </p:nvSpPr>
        <p:spPr>
          <a:xfrm>
            <a:off x="1116353" y="5424724"/>
            <a:ext cx="4519355" cy="9727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Анализ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8EE657B-8875-109E-180E-E926D6A351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965" y="6341204"/>
            <a:ext cx="7093651" cy="791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94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>
            <a:cxnSpLocks/>
          </p:cNvCxnSpPr>
          <p:nvPr/>
        </p:nvCxnSpPr>
        <p:spPr>
          <a:xfrm>
            <a:off x="11432846" y="-984738"/>
            <a:ext cx="0" cy="773723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488" y="204450"/>
            <a:ext cx="7672712" cy="972727"/>
          </a:xfrm>
        </p:spPr>
        <p:txBody>
          <a:bodyPr>
            <a:noAutofit/>
          </a:bodyPr>
          <a:lstStyle/>
          <a:p>
            <a:pPr algn="l"/>
            <a:r>
              <a:rPr lang="ru-RU" sz="66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Анализ рынка</a:t>
            </a:r>
          </a:p>
        </p:txBody>
      </p: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778343A9-21D8-67B0-B500-41F8C9136B8F}"/>
              </a:ext>
            </a:extLst>
          </p:cNvPr>
          <p:cNvSpPr txBox="1">
            <a:spLocks/>
          </p:cNvSpPr>
          <p:nvPr/>
        </p:nvSpPr>
        <p:spPr>
          <a:xfrm>
            <a:off x="1116354" y="2506554"/>
            <a:ext cx="4519358" cy="9727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BookTracker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A21F54-6CB8-1453-1502-99581A55F86D}"/>
              </a:ext>
            </a:extLst>
          </p:cNvPr>
          <p:cNvSpPr txBox="1">
            <a:spLocks/>
          </p:cNvSpPr>
          <p:nvPr/>
        </p:nvSpPr>
        <p:spPr>
          <a:xfrm>
            <a:off x="1116354" y="3479279"/>
            <a:ext cx="4519360" cy="972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Librarian’s Assistant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5CC757FE-16D1-CFFD-2BFA-B4DA676AF30E}"/>
              </a:ext>
            </a:extLst>
          </p:cNvPr>
          <p:cNvSpPr txBox="1">
            <a:spLocks/>
          </p:cNvSpPr>
          <p:nvPr/>
        </p:nvSpPr>
        <p:spPr>
          <a:xfrm>
            <a:off x="1116353" y="4452002"/>
            <a:ext cx="4519355" cy="9727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Reader’s Shelf</a:t>
            </a:r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F74B8B1-1166-AB19-F15E-0F29F0B8633D}"/>
              </a:ext>
            </a:extLst>
          </p:cNvPr>
          <p:cNvCxnSpPr>
            <a:cxnSpLocks/>
          </p:cNvCxnSpPr>
          <p:nvPr/>
        </p:nvCxnSpPr>
        <p:spPr>
          <a:xfrm>
            <a:off x="747338" y="2560320"/>
            <a:ext cx="0" cy="429768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Овал 10">
            <a:extLst>
              <a:ext uri="{FF2B5EF4-FFF2-40B4-BE49-F238E27FC236}">
                <a16:creationId xmlns:a16="http://schemas.microsoft.com/office/drawing/2014/main" id="{E7A0F952-6B59-6FB0-7355-66F6D00ABC32}"/>
              </a:ext>
            </a:extLst>
          </p:cNvPr>
          <p:cNvSpPr/>
          <p:nvPr/>
        </p:nvSpPr>
        <p:spPr>
          <a:xfrm>
            <a:off x="533447" y="5685380"/>
            <a:ext cx="451412" cy="451412"/>
          </a:xfrm>
          <a:prstGeom prst="ellipse">
            <a:avLst/>
          </a:prstGeom>
          <a:solidFill>
            <a:srgbClr val="E869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0" y="1281073"/>
            <a:ext cx="597253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F785533-DEDF-85FD-51FF-74F829953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6971" y="7034303"/>
            <a:ext cx="11500550" cy="5576927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4B7C36D-B8C2-7FFD-D0F7-FB85EFA7C4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6965" y="8197941"/>
            <a:ext cx="10120842" cy="558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C2357985-929D-487C-6A72-E6FE5EFD89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965" y="8756827"/>
            <a:ext cx="7525090" cy="5576927"/>
          </a:xfrm>
          <a:prstGeom prst="rect">
            <a:avLst/>
          </a:prstGeom>
        </p:spPr>
      </p:pic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163F6E86-FD7A-3B65-4F5E-5429915AAC34}"/>
              </a:ext>
            </a:extLst>
          </p:cNvPr>
          <p:cNvSpPr txBox="1">
            <a:spLocks/>
          </p:cNvSpPr>
          <p:nvPr/>
        </p:nvSpPr>
        <p:spPr>
          <a:xfrm>
            <a:off x="1116353" y="5424724"/>
            <a:ext cx="4519355" cy="9727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Анализ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F0B33CE-B938-C474-F6F0-CFD1783A59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627" y="952623"/>
            <a:ext cx="5054885" cy="563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940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478684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116309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17439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486" y="-76895"/>
            <a:ext cx="11193154" cy="972727"/>
          </a:xfrm>
        </p:spPr>
        <p:txBody>
          <a:bodyPr>
            <a:noAutofit/>
          </a:bodyPr>
          <a:lstStyle/>
          <a:p>
            <a:pPr algn="l"/>
            <a:r>
              <a:rPr lang="ru-RU" sz="4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Модули информационной системы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57CD8A5-62CF-04E7-10E1-DBB711F1CE2E}"/>
              </a:ext>
            </a:extLst>
          </p:cNvPr>
          <p:cNvSpPr txBox="1">
            <a:spLocks/>
          </p:cNvSpPr>
          <p:nvPr/>
        </p:nvSpPr>
        <p:spPr>
          <a:xfrm>
            <a:off x="7671231" y="2152683"/>
            <a:ext cx="3820823" cy="647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Модуль учёта читателей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1006"/>
            <a:ext cx="9680295" cy="1126994"/>
          </a:xfrm>
          <a:prstGeom prst="rect">
            <a:avLst/>
          </a:prstGeom>
        </p:spPr>
      </p:pic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8C3C71FA-7824-2CBC-7B47-D72DF8418286}"/>
              </a:ext>
            </a:extLst>
          </p:cNvPr>
          <p:cNvSpPr txBox="1">
            <a:spLocks/>
          </p:cNvSpPr>
          <p:nvPr/>
        </p:nvSpPr>
        <p:spPr>
          <a:xfrm>
            <a:off x="7061909" y="1405909"/>
            <a:ext cx="4430145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Модуль учёта библиотекарей</a:t>
            </a: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9766DD5B-398F-38E9-448C-28097CD7B1F9}"/>
              </a:ext>
            </a:extLst>
          </p:cNvPr>
          <p:cNvSpPr txBox="1">
            <a:spLocks/>
          </p:cNvSpPr>
          <p:nvPr/>
        </p:nvSpPr>
        <p:spPr>
          <a:xfrm>
            <a:off x="468214" y="4739657"/>
            <a:ext cx="4643025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Модуль фильтрации данных</a:t>
            </a:r>
          </a:p>
        </p:txBody>
      </p:sp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74639121-6C7F-D696-6B83-BC21429E4452}"/>
              </a:ext>
            </a:extLst>
          </p:cNvPr>
          <p:cNvSpPr txBox="1">
            <a:spLocks/>
          </p:cNvSpPr>
          <p:nvPr/>
        </p:nvSpPr>
        <p:spPr>
          <a:xfrm>
            <a:off x="468214" y="3536311"/>
            <a:ext cx="3132307" cy="486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Модуль авторизации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8370BF07-1356-42E6-64A8-2C72C2316626}"/>
              </a:ext>
            </a:extLst>
          </p:cNvPr>
          <p:cNvSpPr txBox="1">
            <a:spLocks/>
          </p:cNvSpPr>
          <p:nvPr/>
        </p:nvSpPr>
        <p:spPr>
          <a:xfrm>
            <a:off x="468214" y="2415052"/>
            <a:ext cx="3262208" cy="461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Модуль уведомлений</a:t>
            </a: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04D5E229-A68B-1A1C-87BD-1255F7703AEA}"/>
              </a:ext>
            </a:extLst>
          </p:cNvPr>
          <p:cNvSpPr txBox="1">
            <a:spLocks/>
          </p:cNvSpPr>
          <p:nvPr/>
        </p:nvSpPr>
        <p:spPr>
          <a:xfrm>
            <a:off x="8229847" y="3036974"/>
            <a:ext cx="3262207" cy="447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Модуль учёта книг</a:t>
            </a:r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725EB6FC-D487-1296-649E-B9C3E448EE0C}"/>
              </a:ext>
            </a:extLst>
          </p:cNvPr>
          <p:cNvSpPr txBox="1">
            <a:spLocks/>
          </p:cNvSpPr>
          <p:nvPr/>
        </p:nvSpPr>
        <p:spPr>
          <a:xfrm>
            <a:off x="7531090" y="4739658"/>
            <a:ext cx="3960964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Модуль учёта выдачи книг</a:t>
            </a: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F6A61B60-AE42-B923-0D7B-D76C734BF1BC}"/>
              </a:ext>
            </a:extLst>
          </p:cNvPr>
          <p:cNvSpPr txBox="1">
            <a:spLocks/>
          </p:cNvSpPr>
          <p:nvPr/>
        </p:nvSpPr>
        <p:spPr>
          <a:xfrm>
            <a:off x="7427895" y="3977751"/>
            <a:ext cx="4064159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Модуль учёта авторов</a:t>
            </a: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4CA8FC45-3114-3229-86B9-AF755ECE27D5}"/>
              </a:ext>
            </a:extLst>
          </p:cNvPr>
          <p:cNvSpPr txBox="1">
            <a:spLocks/>
          </p:cNvSpPr>
          <p:nvPr/>
        </p:nvSpPr>
        <p:spPr>
          <a:xfrm>
            <a:off x="468214" y="1480826"/>
            <a:ext cx="4643024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Модуль администрирования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E8D08F8-27D3-CA06-3753-FF916B734A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89" y="1327867"/>
            <a:ext cx="361257" cy="563359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3D7D2B6A-A88E-B37B-395F-D7D24975F1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137" y="2441868"/>
            <a:ext cx="782244" cy="376769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CCEC09E0-ECA9-33A8-2035-2465F7645C4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441" y="3453648"/>
            <a:ext cx="532344" cy="576013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9D62F22B-2A3A-7F80-3F0D-F8E878B6B1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381" y="4659642"/>
            <a:ext cx="691912" cy="501169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8B775E37-3E6A-DE6A-DADC-58E6C75B41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935" y="2955980"/>
            <a:ext cx="759122" cy="516624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A7E8ACE5-496F-1CBC-6598-38AC0331C4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020" y="4692385"/>
            <a:ext cx="782245" cy="435681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E9E8CAB0-D9AD-F0C4-90D0-B3CB3FB45F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670" y="2111819"/>
            <a:ext cx="414485" cy="509895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CDDB78B1-3D58-5E6D-42D3-02B871AF75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795" y="3864773"/>
            <a:ext cx="450837" cy="608379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D5C9A42E-1D50-187F-8DC1-415B1A5C12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582" y="1304533"/>
            <a:ext cx="459374" cy="5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9302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478684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116309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17439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486" y="-76895"/>
            <a:ext cx="11193154" cy="972727"/>
          </a:xfrm>
        </p:spPr>
        <p:txBody>
          <a:bodyPr>
            <a:noAutofit/>
          </a:bodyPr>
          <a:lstStyle/>
          <a:p>
            <a:pPr algn="l"/>
            <a:r>
              <a:rPr lang="ru-RU" sz="4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Модули информационной системы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57CD8A5-62CF-04E7-10E1-DBB711F1CE2E}"/>
              </a:ext>
            </a:extLst>
          </p:cNvPr>
          <p:cNvSpPr txBox="1">
            <a:spLocks/>
          </p:cNvSpPr>
          <p:nvPr/>
        </p:nvSpPr>
        <p:spPr>
          <a:xfrm>
            <a:off x="7671231" y="2152683"/>
            <a:ext cx="3820823" cy="647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читателей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1006"/>
            <a:ext cx="9680295" cy="1126994"/>
          </a:xfrm>
          <a:prstGeom prst="rect">
            <a:avLst/>
          </a:prstGeom>
        </p:spPr>
      </p:pic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8C3C71FA-7824-2CBC-7B47-D72DF8418286}"/>
              </a:ext>
            </a:extLst>
          </p:cNvPr>
          <p:cNvSpPr txBox="1">
            <a:spLocks/>
          </p:cNvSpPr>
          <p:nvPr/>
        </p:nvSpPr>
        <p:spPr>
          <a:xfrm>
            <a:off x="7061909" y="1405909"/>
            <a:ext cx="4430145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библиотекарей</a:t>
            </a: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9766DD5B-398F-38E9-448C-28097CD7B1F9}"/>
              </a:ext>
            </a:extLst>
          </p:cNvPr>
          <p:cNvSpPr txBox="1">
            <a:spLocks/>
          </p:cNvSpPr>
          <p:nvPr/>
        </p:nvSpPr>
        <p:spPr>
          <a:xfrm>
            <a:off x="468214" y="4739657"/>
            <a:ext cx="4643025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фильтрации данных</a:t>
            </a:r>
          </a:p>
        </p:txBody>
      </p:sp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74639121-6C7F-D696-6B83-BC21429E4452}"/>
              </a:ext>
            </a:extLst>
          </p:cNvPr>
          <p:cNvSpPr txBox="1">
            <a:spLocks/>
          </p:cNvSpPr>
          <p:nvPr/>
        </p:nvSpPr>
        <p:spPr>
          <a:xfrm>
            <a:off x="468214" y="3536311"/>
            <a:ext cx="3132307" cy="486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авторизации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8370BF07-1356-42E6-64A8-2C72C2316626}"/>
              </a:ext>
            </a:extLst>
          </p:cNvPr>
          <p:cNvSpPr txBox="1">
            <a:spLocks/>
          </p:cNvSpPr>
          <p:nvPr/>
        </p:nvSpPr>
        <p:spPr>
          <a:xfrm>
            <a:off x="468214" y="2415052"/>
            <a:ext cx="3262208" cy="461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уведомлений</a:t>
            </a: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04D5E229-A68B-1A1C-87BD-1255F7703AEA}"/>
              </a:ext>
            </a:extLst>
          </p:cNvPr>
          <p:cNvSpPr txBox="1">
            <a:spLocks/>
          </p:cNvSpPr>
          <p:nvPr/>
        </p:nvSpPr>
        <p:spPr>
          <a:xfrm>
            <a:off x="8229847" y="3036974"/>
            <a:ext cx="3262207" cy="447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книг</a:t>
            </a:r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725EB6FC-D487-1296-649E-B9C3E448EE0C}"/>
              </a:ext>
            </a:extLst>
          </p:cNvPr>
          <p:cNvSpPr txBox="1">
            <a:spLocks/>
          </p:cNvSpPr>
          <p:nvPr/>
        </p:nvSpPr>
        <p:spPr>
          <a:xfrm>
            <a:off x="7531090" y="4739658"/>
            <a:ext cx="3960964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выдачи книг</a:t>
            </a: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F6A61B60-AE42-B923-0D7B-D76C734BF1BC}"/>
              </a:ext>
            </a:extLst>
          </p:cNvPr>
          <p:cNvSpPr txBox="1">
            <a:spLocks/>
          </p:cNvSpPr>
          <p:nvPr/>
        </p:nvSpPr>
        <p:spPr>
          <a:xfrm>
            <a:off x="7427895" y="3977751"/>
            <a:ext cx="4064159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авторов</a:t>
            </a: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4CA8FC45-3114-3229-86B9-AF755ECE27D5}"/>
              </a:ext>
            </a:extLst>
          </p:cNvPr>
          <p:cNvSpPr txBox="1">
            <a:spLocks/>
          </p:cNvSpPr>
          <p:nvPr/>
        </p:nvSpPr>
        <p:spPr>
          <a:xfrm>
            <a:off x="468214" y="1480826"/>
            <a:ext cx="5505866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8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Модуль администрирования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B40DB28-E8E7-D5A6-D075-4DB8734B8C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1783" y="2071400"/>
            <a:ext cx="1726677" cy="269265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88ED3F6-ECBD-8BE7-E2BE-1D6E09DCB6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137" y="2441868"/>
            <a:ext cx="782244" cy="37676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C87AD28-83D3-0A03-6776-02D263BA8C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441" y="3453648"/>
            <a:ext cx="532344" cy="57601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B7E8EAE-B953-0316-CA0B-7788DA098F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381" y="4659642"/>
            <a:ext cx="691912" cy="50116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59ED9B0-57C3-768D-DC76-405024BCF3F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935" y="2955980"/>
            <a:ext cx="759122" cy="51662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AFA360D-C320-E60C-2CE9-20F3D80726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020" y="4692385"/>
            <a:ext cx="782245" cy="435681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163DE2B-EB40-727F-7DF9-92FE168093A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670" y="2111819"/>
            <a:ext cx="414485" cy="509895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E01089BC-DE97-EC13-2ED4-9977395ABC0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795" y="3864773"/>
            <a:ext cx="450837" cy="608379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F734F50-15C0-0EC4-B24F-49FE88DD7F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582" y="1304533"/>
            <a:ext cx="459374" cy="5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51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478684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116309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17439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486" y="-76895"/>
            <a:ext cx="11193154" cy="972727"/>
          </a:xfrm>
        </p:spPr>
        <p:txBody>
          <a:bodyPr>
            <a:noAutofit/>
          </a:bodyPr>
          <a:lstStyle/>
          <a:p>
            <a:pPr algn="l"/>
            <a:r>
              <a:rPr lang="ru-RU" sz="4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Модули информационной системы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57CD8A5-62CF-04E7-10E1-DBB711F1CE2E}"/>
              </a:ext>
            </a:extLst>
          </p:cNvPr>
          <p:cNvSpPr txBox="1">
            <a:spLocks/>
          </p:cNvSpPr>
          <p:nvPr/>
        </p:nvSpPr>
        <p:spPr>
          <a:xfrm>
            <a:off x="7671231" y="2152683"/>
            <a:ext cx="3820823" cy="647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читателей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1006"/>
            <a:ext cx="9680295" cy="1126994"/>
          </a:xfrm>
          <a:prstGeom prst="rect">
            <a:avLst/>
          </a:prstGeom>
        </p:spPr>
      </p:pic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8C3C71FA-7824-2CBC-7B47-D72DF8418286}"/>
              </a:ext>
            </a:extLst>
          </p:cNvPr>
          <p:cNvSpPr txBox="1">
            <a:spLocks/>
          </p:cNvSpPr>
          <p:nvPr/>
        </p:nvSpPr>
        <p:spPr>
          <a:xfrm>
            <a:off x="7061909" y="1405909"/>
            <a:ext cx="4430145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библиотекарей</a:t>
            </a: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9766DD5B-398F-38E9-448C-28097CD7B1F9}"/>
              </a:ext>
            </a:extLst>
          </p:cNvPr>
          <p:cNvSpPr txBox="1">
            <a:spLocks/>
          </p:cNvSpPr>
          <p:nvPr/>
        </p:nvSpPr>
        <p:spPr>
          <a:xfrm>
            <a:off x="468214" y="4739657"/>
            <a:ext cx="4643025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фильтрации данных</a:t>
            </a:r>
          </a:p>
        </p:txBody>
      </p:sp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74639121-6C7F-D696-6B83-BC21429E4452}"/>
              </a:ext>
            </a:extLst>
          </p:cNvPr>
          <p:cNvSpPr txBox="1">
            <a:spLocks/>
          </p:cNvSpPr>
          <p:nvPr/>
        </p:nvSpPr>
        <p:spPr>
          <a:xfrm>
            <a:off x="468214" y="3536311"/>
            <a:ext cx="3132307" cy="486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авторизации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8370BF07-1356-42E6-64A8-2C72C2316626}"/>
              </a:ext>
            </a:extLst>
          </p:cNvPr>
          <p:cNvSpPr txBox="1">
            <a:spLocks/>
          </p:cNvSpPr>
          <p:nvPr/>
        </p:nvSpPr>
        <p:spPr>
          <a:xfrm>
            <a:off x="468213" y="2415052"/>
            <a:ext cx="4643023" cy="46126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Модуль уведомлений</a:t>
            </a: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04D5E229-A68B-1A1C-87BD-1255F7703AEA}"/>
              </a:ext>
            </a:extLst>
          </p:cNvPr>
          <p:cNvSpPr txBox="1">
            <a:spLocks/>
          </p:cNvSpPr>
          <p:nvPr/>
        </p:nvSpPr>
        <p:spPr>
          <a:xfrm>
            <a:off x="8229847" y="3036974"/>
            <a:ext cx="3262207" cy="447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книг</a:t>
            </a:r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725EB6FC-D487-1296-649E-B9C3E448EE0C}"/>
              </a:ext>
            </a:extLst>
          </p:cNvPr>
          <p:cNvSpPr txBox="1">
            <a:spLocks/>
          </p:cNvSpPr>
          <p:nvPr/>
        </p:nvSpPr>
        <p:spPr>
          <a:xfrm>
            <a:off x="7531090" y="4739658"/>
            <a:ext cx="3960964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выдачи книг</a:t>
            </a: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F6A61B60-AE42-B923-0D7B-D76C734BF1BC}"/>
              </a:ext>
            </a:extLst>
          </p:cNvPr>
          <p:cNvSpPr txBox="1">
            <a:spLocks/>
          </p:cNvSpPr>
          <p:nvPr/>
        </p:nvSpPr>
        <p:spPr>
          <a:xfrm>
            <a:off x="7427895" y="3977751"/>
            <a:ext cx="4064159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авторов</a:t>
            </a: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4CA8FC45-3114-3229-86B9-AF755ECE27D5}"/>
              </a:ext>
            </a:extLst>
          </p:cNvPr>
          <p:cNvSpPr txBox="1">
            <a:spLocks/>
          </p:cNvSpPr>
          <p:nvPr/>
        </p:nvSpPr>
        <p:spPr>
          <a:xfrm>
            <a:off x="468214" y="1480826"/>
            <a:ext cx="5505866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администрирования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8B1F11C-CD47-3190-5E46-13AEC73A2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89" y="1327867"/>
            <a:ext cx="361257" cy="56335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2B5CC58-A9CD-23C1-4743-5DF01C3714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046" y="2672278"/>
            <a:ext cx="2883216" cy="138870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DF0157F-3A90-6F79-22FD-AEF1B86F93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441" y="3453648"/>
            <a:ext cx="532344" cy="5760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F56CFC-9BA1-4A6C-07E8-66FB7A2A02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381" y="4659642"/>
            <a:ext cx="691912" cy="50116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65A1BB-68DA-C8A3-CD2F-3180760940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935" y="2955980"/>
            <a:ext cx="759122" cy="51662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784FA07-3A5F-6ABA-C8A4-4FFF64B511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020" y="4692385"/>
            <a:ext cx="782245" cy="43568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AE7ED11-B377-2538-A89D-5E88813595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670" y="2111819"/>
            <a:ext cx="414485" cy="50989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FA6B370-D0D6-188A-2232-D3626D3237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795" y="3864773"/>
            <a:ext cx="450837" cy="60837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6319B4F-6E97-C2D2-9206-743910C1873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582" y="1304533"/>
            <a:ext cx="459374" cy="5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875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478684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116309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17439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486" y="-76895"/>
            <a:ext cx="11193154" cy="972727"/>
          </a:xfrm>
        </p:spPr>
        <p:txBody>
          <a:bodyPr>
            <a:noAutofit/>
          </a:bodyPr>
          <a:lstStyle/>
          <a:p>
            <a:pPr algn="l"/>
            <a:r>
              <a:rPr lang="ru-RU" sz="4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Модули информационной системы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57CD8A5-62CF-04E7-10E1-DBB711F1CE2E}"/>
              </a:ext>
            </a:extLst>
          </p:cNvPr>
          <p:cNvSpPr txBox="1">
            <a:spLocks/>
          </p:cNvSpPr>
          <p:nvPr/>
        </p:nvSpPr>
        <p:spPr>
          <a:xfrm>
            <a:off x="7671231" y="2152683"/>
            <a:ext cx="3820823" cy="647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читателей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1006"/>
            <a:ext cx="9680295" cy="1126994"/>
          </a:xfrm>
          <a:prstGeom prst="rect">
            <a:avLst/>
          </a:prstGeom>
        </p:spPr>
      </p:pic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8C3C71FA-7824-2CBC-7B47-D72DF8418286}"/>
              </a:ext>
            </a:extLst>
          </p:cNvPr>
          <p:cNvSpPr txBox="1">
            <a:spLocks/>
          </p:cNvSpPr>
          <p:nvPr/>
        </p:nvSpPr>
        <p:spPr>
          <a:xfrm>
            <a:off x="7061909" y="1405909"/>
            <a:ext cx="4430145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библиотекарей</a:t>
            </a: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9766DD5B-398F-38E9-448C-28097CD7B1F9}"/>
              </a:ext>
            </a:extLst>
          </p:cNvPr>
          <p:cNvSpPr txBox="1">
            <a:spLocks/>
          </p:cNvSpPr>
          <p:nvPr/>
        </p:nvSpPr>
        <p:spPr>
          <a:xfrm>
            <a:off x="468214" y="4739657"/>
            <a:ext cx="4643025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фильтрации данных</a:t>
            </a:r>
          </a:p>
        </p:txBody>
      </p:sp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74639121-6C7F-D696-6B83-BC21429E4452}"/>
              </a:ext>
            </a:extLst>
          </p:cNvPr>
          <p:cNvSpPr txBox="1">
            <a:spLocks/>
          </p:cNvSpPr>
          <p:nvPr/>
        </p:nvSpPr>
        <p:spPr>
          <a:xfrm>
            <a:off x="468214" y="3536311"/>
            <a:ext cx="4150084" cy="486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Модуль авторизации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8370BF07-1356-42E6-64A8-2C72C2316626}"/>
              </a:ext>
            </a:extLst>
          </p:cNvPr>
          <p:cNvSpPr txBox="1">
            <a:spLocks/>
          </p:cNvSpPr>
          <p:nvPr/>
        </p:nvSpPr>
        <p:spPr>
          <a:xfrm>
            <a:off x="468213" y="2415052"/>
            <a:ext cx="4643023" cy="461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уведомлений</a:t>
            </a: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04D5E229-A68B-1A1C-87BD-1255F7703AEA}"/>
              </a:ext>
            </a:extLst>
          </p:cNvPr>
          <p:cNvSpPr txBox="1">
            <a:spLocks/>
          </p:cNvSpPr>
          <p:nvPr/>
        </p:nvSpPr>
        <p:spPr>
          <a:xfrm>
            <a:off x="8229847" y="3036974"/>
            <a:ext cx="3262207" cy="447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книг</a:t>
            </a:r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725EB6FC-D487-1296-649E-B9C3E448EE0C}"/>
              </a:ext>
            </a:extLst>
          </p:cNvPr>
          <p:cNvSpPr txBox="1">
            <a:spLocks/>
          </p:cNvSpPr>
          <p:nvPr/>
        </p:nvSpPr>
        <p:spPr>
          <a:xfrm>
            <a:off x="7531090" y="4739658"/>
            <a:ext cx="3960964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выдачи книг</a:t>
            </a: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F6A61B60-AE42-B923-0D7B-D76C734BF1BC}"/>
              </a:ext>
            </a:extLst>
          </p:cNvPr>
          <p:cNvSpPr txBox="1">
            <a:spLocks/>
          </p:cNvSpPr>
          <p:nvPr/>
        </p:nvSpPr>
        <p:spPr>
          <a:xfrm>
            <a:off x="7427895" y="3977751"/>
            <a:ext cx="4064159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авторов</a:t>
            </a: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4CA8FC45-3114-3229-86B9-AF755ECE27D5}"/>
              </a:ext>
            </a:extLst>
          </p:cNvPr>
          <p:cNvSpPr txBox="1">
            <a:spLocks/>
          </p:cNvSpPr>
          <p:nvPr/>
        </p:nvSpPr>
        <p:spPr>
          <a:xfrm>
            <a:off x="468214" y="1480826"/>
            <a:ext cx="5505866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администрирования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DDAD6D6-1AEB-9EB3-9C34-492E950F2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89" y="1327867"/>
            <a:ext cx="361257" cy="56335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3897D7-98E2-6027-4855-C3E91529DD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137" y="2441868"/>
            <a:ext cx="782244" cy="37676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920672-CAC2-9788-589C-AB9E3BD901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3553" y="2004451"/>
            <a:ext cx="2152518" cy="232909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078DF9DF-630A-9163-D7F6-F77BD379DB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381" y="4659642"/>
            <a:ext cx="691912" cy="50116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2789313-9891-8783-6058-3601C5C38F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935" y="2955980"/>
            <a:ext cx="759122" cy="51662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2AEDA38-F820-4ECF-659D-EDCE0D994CC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020" y="4692385"/>
            <a:ext cx="782245" cy="43568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E32F7D3-CCB1-0D19-DBE8-D38E538549B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670" y="2111819"/>
            <a:ext cx="414485" cy="50989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8D3D264-E425-0116-DCB2-BE746109C01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795" y="3864773"/>
            <a:ext cx="450837" cy="60837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9143869-3DB6-13FC-329C-1DB9B6C005A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582" y="1304533"/>
            <a:ext cx="459374" cy="5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89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478684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116309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17439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486" y="-76895"/>
            <a:ext cx="11193154" cy="972727"/>
          </a:xfrm>
        </p:spPr>
        <p:txBody>
          <a:bodyPr>
            <a:noAutofit/>
          </a:bodyPr>
          <a:lstStyle/>
          <a:p>
            <a:pPr algn="l"/>
            <a:r>
              <a:rPr lang="ru-RU" sz="4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Модули информационной системы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57CD8A5-62CF-04E7-10E1-DBB711F1CE2E}"/>
              </a:ext>
            </a:extLst>
          </p:cNvPr>
          <p:cNvSpPr txBox="1">
            <a:spLocks/>
          </p:cNvSpPr>
          <p:nvPr/>
        </p:nvSpPr>
        <p:spPr>
          <a:xfrm>
            <a:off x="7671231" y="2152683"/>
            <a:ext cx="3820823" cy="647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читателей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1006"/>
            <a:ext cx="9680295" cy="1126994"/>
          </a:xfrm>
          <a:prstGeom prst="rect">
            <a:avLst/>
          </a:prstGeom>
        </p:spPr>
      </p:pic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8C3C71FA-7824-2CBC-7B47-D72DF8418286}"/>
              </a:ext>
            </a:extLst>
          </p:cNvPr>
          <p:cNvSpPr txBox="1">
            <a:spLocks/>
          </p:cNvSpPr>
          <p:nvPr/>
        </p:nvSpPr>
        <p:spPr>
          <a:xfrm>
            <a:off x="7061909" y="1405909"/>
            <a:ext cx="4430145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библиотекарей</a:t>
            </a: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9766DD5B-398F-38E9-448C-28097CD7B1F9}"/>
              </a:ext>
            </a:extLst>
          </p:cNvPr>
          <p:cNvSpPr txBox="1">
            <a:spLocks/>
          </p:cNvSpPr>
          <p:nvPr/>
        </p:nvSpPr>
        <p:spPr>
          <a:xfrm>
            <a:off x="468214" y="4628754"/>
            <a:ext cx="6398648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Модуль фильтрации данных</a:t>
            </a:r>
          </a:p>
        </p:txBody>
      </p:sp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74639121-6C7F-D696-6B83-BC21429E4452}"/>
              </a:ext>
            </a:extLst>
          </p:cNvPr>
          <p:cNvSpPr txBox="1">
            <a:spLocks/>
          </p:cNvSpPr>
          <p:nvPr/>
        </p:nvSpPr>
        <p:spPr>
          <a:xfrm>
            <a:off x="468214" y="3536311"/>
            <a:ext cx="4150084" cy="486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авторизации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8370BF07-1356-42E6-64A8-2C72C2316626}"/>
              </a:ext>
            </a:extLst>
          </p:cNvPr>
          <p:cNvSpPr txBox="1">
            <a:spLocks/>
          </p:cNvSpPr>
          <p:nvPr/>
        </p:nvSpPr>
        <p:spPr>
          <a:xfrm>
            <a:off x="468213" y="2415052"/>
            <a:ext cx="4643023" cy="461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уведомлений</a:t>
            </a: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04D5E229-A68B-1A1C-87BD-1255F7703AEA}"/>
              </a:ext>
            </a:extLst>
          </p:cNvPr>
          <p:cNvSpPr txBox="1">
            <a:spLocks/>
          </p:cNvSpPr>
          <p:nvPr/>
        </p:nvSpPr>
        <p:spPr>
          <a:xfrm>
            <a:off x="8229847" y="3036974"/>
            <a:ext cx="3262207" cy="447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книг</a:t>
            </a:r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725EB6FC-D487-1296-649E-B9C3E448EE0C}"/>
              </a:ext>
            </a:extLst>
          </p:cNvPr>
          <p:cNvSpPr txBox="1">
            <a:spLocks/>
          </p:cNvSpPr>
          <p:nvPr/>
        </p:nvSpPr>
        <p:spPr>
          <a:xfrm>
            <a:off x="7531090" y="4739658"/>
            <a:ext cx="3960964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выдачи книг</a:t>
            </a: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F6A61B60-AE42-B923-0D7B-D76C734BF1BC}"/>
              </a:ext>
            </a:extLst>
          </p:cNvPr>
          <p:cNvSpPr txBox="1">
            <a:spLocks/>
          </p:cNvSpPr>
          <p:nvPr/>
        </p:nvSpPr>
        <p:spPr>
          <a:xfrm>
            <a:off x="7427895" y="3977751"/>
            <a:ext cx="4064159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авторов</a:t>
            </a: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4CA8FC45-3114-3229-86B9-AF755ECE27D5}"/>
              </a:ext>
            </a:extLst>
          </p:cNvPr>
          <p:cNvSpPr txBox="1">
            <a:spLocks/>
          </p:cNvSpPr>
          <p:nvPr/>
        </p:nvSpPr>
        <p:spPr>
          <a:xfrm>
            <a:off x="468214" y="1480826"/>
            <a:ext cx="5505866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администрирования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6A7E091-F67E-A736-34CB-62C81480AD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89" y="1327867"/>
            <a:ext cx="361257" cy="56335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2645EC-CD32-0EEE-42BE-3405319810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137" y="2441868"/>
            <a:ext cx="782244" cy="37676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1CB258-AD56-63CB-F696-D4822D9045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529" y="2271096"/>
            <a:ext cx="2852170" cy="206589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46AA183-C38F-6A5C-AA49-81F6FC8AE2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441" y="3453648"/>
            <a:ext cx="532344" cy="57601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906766D-39B8-7D30-3ACC-BF9FB99460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935" y="2955980"/>
            <a:ext cx="759122" cy="51662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5E15E58-0FD8-6F60-6A75-881F9CEAF9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020" y="4692385"/>
            <a:ext cx="782245" cy="435681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1213F9C-7080-85E2-F5ED-FCB1115E7FF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670" y="2111819"/>
            <a:ext cx="414485" cy="50989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F812907-0AC4-D778-4CAC-0BE6911984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795" y="3864773"/>
            <a:ext cx="450837" cy="60837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CF076793-D724-CCBE-88FA-F92FF7C63B9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582" y="1304533"/>
            <a:ext cx="459374" cy="5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714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478684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116309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17439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486" y="-76895"/>
            <a:ext cx="11193154" cy="972727"/>
          </a:xfrm>
        </p:spPr>
        <p:txBody>
          <a:bodyPr>
            <a:noAutofit/>
          </a:bodyPr>
          <a:lstStyle/>
          <a:p>
            <a:pPr algn="l"/>
            <a:r>
              <a:rPr lang="ru-RU" sz="4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Модули информационной системы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57CD8A5-62CF-04E7-10E1-DBB711F1CE2E}"/>
              </a:ext>
            </a:extLst>
          </p:cNvPr>
          <p:cNvSpPr txBox="1">
            <a:spLocks/>
          </p:cNvSpPr>
          <p:nvPr/>
        </p:nvSpPr>
        <p:spPr>
          <a:xfrm>
            <a:off x="7671231" y="2152683"/>
            <a:ext cx="3820823" cy="647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читателей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1006"/>
            <a:ext cx="9680295" cy="1126994"/>
          </a:xfrm>
          <a:prstGeom prst="rect">
            <a:avLst/>
          </a:prstGeom>
        </p:spPr>
      </p:pic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8C3C71FA-7824-2CBC-7B47-D72DF8418286}"/>
              </a:ext>
            </a:extLst>
          </p:cNvPr>
          <p:cNvSpPr txBox="1">
            <a:spLocks/>
          </p:cNvSpPr>
          <p:nvPr/>
        </p:nvSpPr>
        <p:spPr>
          <a:xfrm>
            <a:off x="5760723" y="1405909"/>
            <a:ext cx="5731332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библиотекарей</a:t>
            </a: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9766DD5B-398F-38E9-448C-28097CD7B1F9}"/>
              </a:ext>
            </a:extLst>
          </p:cNvPr>
          <p:cNvSpPr txBox="1">
            <a:spLocks/>
          </p:cNvSpPr>
          <p:nvPr/>
        </p:nvSpPr>
        <p:spPr>
          <a:xfrm>
            <a:off x="468214" y="4628754"/>
            <a:ext cx="6398648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фильтрации данных</a:t>
            </a:r>
          </a:p>
        </p:txBody>
      </p:sp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74639121-6C7F-D696-6B83-BC21429E4452}"/>
              </a:ext>
            </a:extLst>
          </p:cNvPr>
          <p:cNvSpPr txBox="1">
            <a:spLocks/>
          </p:cNvSpPr>
          <p:nvPr/>
        </p:nvSpPr>
        <p:spPr>
          <a:xfrm>
            <a:off x="468214" y="3536311"/>
            <a:ext cx="4150084" cy="486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авторизации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8370BF07-1356-42E6-64A8-2C72C2316626}"/>
              </a:ext>
            </a:extLst>
          </p:cNvPr>
          <p:cNvSpPr txBox="1">
            <a:spLocks/>
          </p:cNvSpPr>
          <p:nvPr/>
        </p:nvSpPr>
        <p:spPr>
          <a:xfrm>
            <a:off x="468213" y="2415052"/>
            <a:ext cx="4643023" cy="461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уведомлений</a:t>
            </a: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04D5E229-A68B-1A1C-87BD-1255F7703AEA}"/>
              </a:ext>
            </a:extLst>
          </p:cNvPr>
          <p:cNvSpPr txBox="1">
            <a:spLocks/>
          </p:cNvSpPr>
          <p:nvPr/>
        </p:nvSpPr>
        <p:spPr>
          <a:xfrm>
            <a:off x="8229847" y="3036974"/>
            <a:ext cx="3262207" cy="447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книг</a:t>
            </a:r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725EB6FC-D487-1296-649E-B9C3E448EE0C}"/>
              </a:ext>
            </a:extLst>
          </p:cNvPr>
          <p:cNvSpPr txBox="1">
            <a:spLocks/>
          </p:cNvSpPr>
          <p:nvPr/>
        </p:nvSpPr>
        <p:spPr>
          <a:xfrm>
            <a:off x="6464658" y="4662665"/>
            <a:ext cx="5015051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Модуль учёта выдачи книг</a:t>
            </a: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F6A61B60-AE42-B923-0D7B-D76C734BF1BC}"/>
              </a:ext>
            </a:extLst>
          </p:cNvPr>
          <p:cNvSpPr txBox="1">
            <a:spLocks/>
          </p:cNvSpPr>
          <p:nvPr/>
        </p:nvSpPr>
        <p:spPr>
          <a:xfrm>
            <a:off x="7427895" y="3977751"/>
            <a:ext cx="4064159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авторов</a:t>
            </a: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4CA8FC45-3114-3229-86B9-AF755ECE27D5}"/>
              </a:ext>
            </a:extLst>
          </p:cNvPr>
          <p:cNvSpPr txBox="1">
            <a:spLocks/>
          </p:cNvSpPr>
          <p:nvPr/>
        </p:nvSpPr>
        <p:spPr>
          <a:xfrm>
            <a:off x="468214" y="1480826"/>
            <a:ext cx="5505866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администрирования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EA3787-F901-F020-495B-D5974CCF9D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89" y="1327867"/>
            <a:ext cx="361257" cy="56335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087BE5-F3B4-C5BB-4465-450830C261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137" y="2441868"/>
            <a:ext cx="782244" cy="37676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06C8767-5FCF-42A4-DB40-12DD44F552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441" y="3453648"/>
            <a:ext cx="532344" cy="57601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442AD8A-086E-AA5F-CDBE-CF5652F194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381" y="4659642"/>
            <a:ext cx="691912" cy="50116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51A919C-EE37-65C7-89DF-91EA51165F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935" y="2955980"/>
            <a:ext cx="759122" cy="516624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BCA54A0-B2E5-433A-E800-352DF31380A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677" y="2645682"/>
            <a:ext cx="2553530" cy="142222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12D4451-068F-7489-47EA-B7B3B2E65C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670" y="2111819"/>
            <a:ext cx="414485" cy="50989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9EEBF18-3427-B0FF-480E-48E6913045C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795" y="3864773"/>
            <a:ext cx="450837" cy="60837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8C6FDC50-D2EE-7E86-78F3-4C066AE1CF7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582" y="1304533"/>
            <a:ext cx="459374" cy="5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70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478684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116309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17439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486" y="-76895"/>
            <a:ext cx="11193154" cy="972727"/>
          </a:xfrm>
        </p:spPr>
        <p:txBody>
          <a:bodyPr>
            <a:noAutofit/>
          </a:bodyPr>
          <a:lstStyle/>
          <a:p>
            <a:pPr algn="l"/>
            <a:r>
              <a:rPr lang="ru-RU" sz="4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Модули информационной системы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57CD8A5-62CF-04E7-10E1-DBB711F1CE2E}"/>
              </a:ext>
            </a:extLst>
          </p:cNvPr>
          <p:cNvSpPr txBox="1">
            <a:spLocks/>
          </p:cNvSpPr>
          <p:nvPr/>
        </p:nvSpPr>
        <p:spPr>
          <a:xfrm>
            <a:off x="7671231" y="2152683"/>
            <a:ext cx="3820823" cy="647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читателей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1006"/>
            <a:ext cx="9680295" cy="1126994"/>
          </a:xfrm>
          <a:prstGeom prst="rect">
            <a:avLst/>
          </a:prstGeom>
        </p:spPr>
      </p:pic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8C3C71FA-7824-2CBC-7B47-D72DF8418286}"/>
              </a:ext>
            </a:extLst>
          </p:cNvPr>
          <p:cNvSpPr txBox="1">
            <a:spLocks/>
          </p:cNvSpPr>
          <p:nvPr/>
        </p:nvSpPr>
        <p:spPr>
          <a:xfrm>
            <a:off x="5760723" y="1405909"/>
            <a:ext cx="5731332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библиотекарей</a:t>
            </a: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9766DD5B-398F-38E9-448C-28097CD7B1F9}"/>
              </a:ext>
            </a:extLst>
          </p:cNvPr>
          <p:cNvSpPr txBox="1">
            <a:spLocks/>
          </p:cNvSpPr>
          <p:nvPr/>
        </p:nvSpPr>
        <p:spPr>
          <a:xfrm>
            <a:off x="468214" y="4628754"/>
            <a:ext cx="6398648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фильтрации данных</a:t>
            </a:r>
          </a:p>
        </p:txBody>
      </p:sp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74639121-6C7F-D696-6B83-BC21429E4452}"/>
              </a:ext>
            </a:extLst>
          </p:cNvPr>
          <p:cNvSpPr txBox="1">
            <a:spLocks/>
          </p:cNvSpPr>
          <p:nvPr/>
        </p:nvSpPr>
        <p:spPr>
          <a:xfrm>
            <a:off x="468214" y="3536311"/>
            <a:ext cx="4150084" cy="486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авторизации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8370BF07-1356-42E6-64A8-2C72C2316626}"/>
              </a:ext>
            </a:extLst>
          </p:cNvPr>
          <p:cNvSpPr txBox="1">
            <a:spLocks/>
          </p:cNvSpPr>
          <p:nvPr/>
        </p:nvSpPr>
        <p:spPr>
          <a:xfrm>
            <a:off x="468213" y="2415052"/>
            <a:ext cx="4643023" cy="461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уведомлений</a:t>
            </a: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04D5E229-A68B-1A1C-87BD-1255F7703AEA}"/>
              </a:ext>
            </a:extLst>
          </p:cNvPr>
          <p:cNvSpPr txBox="1">
            <a:spLocks/>
          </p:cNvSpPr>
          <p:nvPr/>
        </p:nvSpPr>
        <p:spPr>
          <a:xfrm>
            <a:off x="8229847" y="3036974"/>
            <a:ext cx="3262207" cy="447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книг</a:t>
            </a:r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725EB6FC-D487-1296-649E-B9C3E448EE0C}"/>
              </a:ext>
            </a:extLst>
          </p:cNvPr>
          <p:cNvSpPr txBox="1">
            <a:spLocks/>
          </p:cNvSpPr>
          <p:nvPr/>
        </p:nvSpPr>
        <p:spPr>
          <a:xfrm>
            <a:off x="6464658" y="4662665"/>
            <a:ext cx="5015051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учёта выдачи книг</a:t>
            </a: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F6A61B60-AE42-B923-0D7B-D76C734BF1BC}"/>
              </a:ext>
            </a:extLst>
          </p:cNvPr>
          <p:cNvSpPr txBox="1">
            <a:spLocks/>
          </p:cNvSpPr>
          <p:nvPr/>
        </p:nvSpPr>
        <p:spPr>
          <a:xfrm>
            <a:off x="6119506" y="3843309"/>
            <a:ext cx="5396054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r"/>
            <a:r>
              <a:rPr lang="ru-RU" dirty="0"/>
              <a:t>Модуль учёта авторов</a:t>
            </a: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4CA8FC45-3114-3229-86B9-AF755ECE27D5}"/>
              </a:ext>
            </a:extLst>
          </p:cNvPr>
          <p:cNvSpPr txBox="1">
            <a:spLocks/>
          </p:cNvSpPr>
          <p:nvPr/>
        </p:nvSpPr>
        <p:spPr>
          <a:xfrm>
            <a:off x="468214" y="1480826"/>
            <a:ext cx="5505866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администрирования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4E005DB-65F8-28DD-6DFF-2CC2D97F6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89" y="1327867"/>
            <a:ext cx="361257" cy="56335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D17BDBA-4515-6734-C1F7-3708466945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137" y="2441868"/>
            <a:ext cx="782244" cy="37676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088670A-5694-9ADA-152D-C5C9CEB68A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441" y="3453648"/>
            <a:ext cx="532344" cy="5760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33D200F-C491-5261-7B24-02D50E885C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381" y="4659642"/>
            <a:ext cx="691912" cy="50116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03F1EC4-57E8-DED0-D5EC-A8CA1B31D2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935" y="2955980"/>
            <a:ext cx="759122" cy="51662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3C90A99-038A-A41D-AD48-B53ABD39D5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020" y="4692385"/>
            <a:ext cx="782245" cy="43568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46474C9-91D7-7997-4511-56220EE04F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670" y="2111819"/>
            <a:ext cx="414485" cy="50989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F065965-CEB5-FC2F-75DC-C987B31D68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319" y="1758800"/>
            <a:ext cx="2090334" cy="2820787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4C74147-3821-1EDD-3185-825EDF3205F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582" y="1304533"/>
            <a:ext cx="459374" cy="5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5090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478684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116309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17439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486" y="-76895"/>
            <a:ext cx="11193154" cy="972727"/>
          </a:xfrm>
        </p:spPr>
        <p:txBody>
          <a:bodyPr>
            <a:noAutofit/>
          </a:bodyPr>
          <a:lstStyle/>
          <a:p>
            <a:pPr algn="l"/>
            <a:r>
              <a:rPr lang="ru-RU" sz="4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Модули информационной системы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57CD8A5-62CF-04E7-10E1-DBB711F1CE2E}"/>
              </a:ext>
            </a:extLst>
          </p:cNvPr>
          <p:cNvSpPr txBox="1">
            <a:spLocks/>
          </p:cNvSpPr>
          <p:nvPr/>
        </p:nvSpPr>
        <p:spPr>
          <a:xfrm>
            <a:off x="7671231" y="2152683"/>
            <a:ext cx="3820823" cy="647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читателей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1006"/>
            <a:ext cx="9680295" cy="1126994"/>
          </a:xfrm>
          <a:prstGeom prst="rect">
            <a:avLst/>
          </a:prstGeom>
        </p:spPr>
      </p:pic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8C3C71FA-7824-2CBC-7B47-D72DF8418286}"/>
              </a:ext>
            </a:extLst>
          </p:cNvPr>
          <p:cNvSpPr txBox="1">
            <a:spLocks/>
          </p:cNvSpPr>
          <p:nvPr/>
        </p:nvSpPr>
        <p:spPr>
          <a:xfrm>
            <a:off x="5760723" y="1405909"/>
            <a:ext cx="5731332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библиотекарей</a:t>
            </a: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9766DD5B-398F-38E9-448C-28097CD7B1F9}"/>
              </a:ext>
            </a:extLst>
          </p:cNvPr>
          <p:cNvSpPr txBox="1">
            <a:spLocks/>
          </p:cNvSpPr>
          <p:nvPr/>
        </p:nvSpPr>
        <p:spPr>
          <a:xfrm>
            <a:off x="468214" y="4628754"/>
            <a:ext cx="6398648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фильтрации данных</a:t>
            </a:r>
          </a:p>
        </p:txBody>
      </p:sp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74639121-6C7F-D696-6B83-BC21429E4452}"/>
              </a:ext>
            </a:extLst>
          </p:cNvPr>
          <p:cNvSpPr txBox="1">
            <a:spLocks/>
          </p:cNvSpPr>
          <p:nvPr/>
        </p:nvSpPr>
        <p:spPr>
          <a:xfrm>
            <a:off x="468214" y="3536311"/>
            <a:ext cx="4150084" cy="486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авторизации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8370BF07-1356-42E6-64A8-2C72C2316626}"/>
              </a:ext>
            </a:extLst>
          </p:cNvPr>
          <p:cNvSpPr txBox="1">
            <a:spLocks/>
          </p:cNvSpPr>
          <p:nvPr/>
        </p:nvSpPr>
        <p:spPr>
          <a:xfrm>
            <a:off x="468213" y="2415052"/>
            <a:ext cx="4643023" cy="461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уведомлений</a:t>
            </a: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04D5E229-A68B-1A1C-87BD-1255F7703AEA}"/>
              </a:ext>
            </a:extLst>
          </p:cNvPr>
          <p:cNvSpPr txBox="1">
            <a:spLocks/>
          </p:cNvSpPr>
          <p:nvPr/>
        </p:nvSpPr>
        <p:spPr>
          <a:xfrm>
            <a:off x="6866863" y="3036974"/>
            <a:ext cx="4625192" cy="44710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Модуль учёта книг</a:t>
            </a:r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725EB6FC-D487-1296-649E-B9C3E448EE0C}"/>
              </a:ext>
            </a:extLst>
          </p:cNvPr>
          <p:cNvSpPr txBox="1">
            <a:spLocks/>
          </p:cNvSpPr>
          <p:nvPr/>
        </p:nvSpPr>
        <p:spPr>
          <a:xfrm>
            <a:off x="6464658" y="4662665"/>
            <a:ext cx="5015051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учёта выдачи книг</a:t>
            </a: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F6A61B60-AE42-B923-0D7B-D76C734BF1BC}"/>
              </a:ext>
            </a:extLst>
          </p:cNvPr>
          <p:cNvSpPr txBox="1">
            <a:spLocks/>
          </p:cNvSpPr>
          <p:nvPr/>
        </p:nvSpPr>
        <p:spPr>
          <a:xfrm>
            <a:off x="6119506" y="3843309"/>
            <a:ext cx="5396054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учёта авторов</a:t>
            </a: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4CA8FC45-3114-3229-86B9-AF755ECE27D5}"/>
              </a:ext>
            </a:extLst>
          </p:cNvPr>
          <p:cNvSpPr txBox="1">
            <a:spLocks/>
          </p:cNvSpPr>
          <p:nvPr/>
        </p:nvSpPr>
        <p:spPr>
          <a:xfrm>
            <a:off x="468214" y="1480826"/>
            <a:ext cx="5505866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администрирования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BB3DA9B-53E6-27D2-A144-AE7E2FA090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89" y="1327867"/>
            <a:ext cx="361257" cy="56335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2C71822-5FF1-420A-60A3-043DFE8C16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137" y="2441868"/>
            <a:ext cx="782244" cy="37676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D892DDB-685C-1E1D-C263-471271B88E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441" y="3453648"/>
            <a:ext cx="532344" cy="5760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ADF042-E7B0-3C34-E8A5-4E2BE593D3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381" y="4659642"/>
            <a:ext cx="691912" cy="50116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D3B6122-5821-9427-6A0A-08A81C7FF2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742" y="2384616"/>
            <a:ext cx="2651446" cy="180445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F8E293B-24AA-EBDF-771C-A34C1F663A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020" y="4692385"/>
            <a:ext cx="782245" cy="43568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EA59077-E8CC-98A3-3BB7-19219B2633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670" y="2111819"/>
            <a:ext cx="414485" cy="50989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1996CEB-368A-8F72-D40E-514B7AC7CA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795" y="3864773"/>
            <a:ext cx="450837" cy="60837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C29E93C-945A-57DF-532D-E73D866CFE7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582" y="1304533"/>
            <a:ext cx="459374" cy="5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925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478684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116309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17439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486" y="-76895"/>
            <a:ext cx="11193154" cy="972727"/>
          </a:xfrm>
        </p:spPr>
        <p:txBody>
          <a:bodyPr>
            <a:noAutofit/>
          </a:bodyPr>
          <a:lstStyle/>
          <a:p>
            <a:pPr algn="l"/>
            <a:r>
              <a:rPr lang="ru-RU" sz="4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Модули информационной системы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57CD8A5-62CF-04E7-10E1-DBB711F1CE2E}"/>
              </a:ext>
            </a:extLst>
          </p:cNvPr>
          <p:cNvSpPr txBox="1">
            <a:spLocks/>
          </p:cNvSpPr>
          <p:nvPr/>
        </p:nvSpPr>
        <p:spPr>
          <a:xfrm>
            <a:off x="6967959" y="2152683"/>
            <a:ext cx="4524095" cy="64742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Модуль учёта читателей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1006"/>
            <a:ext cx="9680295" cy="1126994"/>
          </a:xfrm>
          <a:prstGeom prst="rect">
            <a:avLst/>
          </a:prstGeom>
        </p:spPr>
      </p:pic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8C3C71FA-7824-2CBC-7B47-D72DF8418286}"/>
              </a:ext>
            </a:extLst>
          </p:cNvPr>
          <p:cNvSpPr txBox="1">
            <a:spLocks/>
          </p:cNvSpPr>
          <p:nvPr/>
        </p:nvSpPr>
        <p:spPr>
          <a:xfrm>
            <a:off x="5760723" y="1405909"/>
            <a:ext cx="5731332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Модуль учёта библиотекарей</a:t>
            </a: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9766DD5B-398F-38E9-448C-28097CD7B1F9}"/>
              </a:ext>
            </a:extLst>
          </p:cNvPr>
          <p:cNvSpPr txBox="1">
            <a:spLocks/>
          </p:cNvSpPr>
          <p:nvPr/>
        </p:nvSpPr>
        <p:spPr>
          <a:xfrm>
            <a:off x="468214" y="4628754"/>
            <a:ext cx="6398648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фильтрации данных</a:t>
            </a:r>
          </a:p>
        </p:txBody>
      </p:sp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74639121-6C7F-D696-6B83-BC21429E4452}"/>
              </a:ext>
            </a:extLst>
          </p:cNvPr>
          <p:cNvSpPr txBox="1">
            <a:spLocks/>
          </p:cNvSpPr>
          <p:nvPr/>
        </p:nvSpPr>
        <p:spPr>
          <a:xfrm>
            <a:off x="468214" y="3536311"/>
            <a:ext cx="4150084" cy="486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авторизации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8370BF07-1356-42E6-64A8-2C72C2316626}"/>
              </a:ext>
            </a:extLst>
          </p:cNvPr>
          <p:cNvSpPr txBox="1">
            <a:spLocks/>
          </p:cNvSpPr>
          <p:nvPr/>
        </p:nvSpPr>
        <p:spPr>
          <a:xfrm>
            <a:off x="468213" y="2415052"/>
            <a:ext cx="4643023" cy="461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уведомлений</a:t>
            </a: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04D5E229-A68B-1A1C-87BD-1255F7703AEA}"/>
              </a:ext>
            </a:extLst>
          </p:cNvPr>
          <p:cNvSpPr txBox="1">
            <a:spLocks/>
          </p:cNvSpPr>
          <p:nvPr/>
        </p:nvSpPr>
        <p:spPr>
          <a:xfrm>
            <a:off x="6866863" y="3036974"/>
            <a:ext cx="4625192" cy="447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учёта книг</a:t>
            </a:r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725EB6FC-D487-1296-649E-B9C3E448EE0C}"/>
              </a:ext>
            </a:extLst>
          </p:cNvPr>
          <p:cNvSpPr txBox="1">
            <a:spLocks/>
          </p:cNvSpPr>
          <p:nvPr/>
        </p:nvSpPr>
        <p:spPr>
          <a:xfrm>
            <a:off x="6464658" y="4662665"/>
            <a:ext cx="5015051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учёта выдачи книг</a:t>
            </a: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F6A61B60-AE42-B923-0D7B-D76C734BF1BC}"/>
              </a:ext>
            </a:extLst>
          </p:cNvPr>
          <p:cNvSpPr txBox="1">
            <a:spLocks/>
          </p:cNvSpPr>
          <p:nvPr/>
        </p:nvSpPr>
        <p:spPr>
          <a:xfrm>
            <a:off x="6119506" y="3843309"/>
            <a:ext cx="5396054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учёта авторов</a:t>
            </a: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4CA8FC45-3114-3229-86B9-AF755ECE27D5}"/>
              </a:ext>
            </a:extLst>
          </p:cNvPr>
          <p:cNvSpPr txBox="1">
            <a:spLocks/>
          </p:cNvSpPr>
          <p:nvPr/>
        </p:nvSpPr>
        <p:spPr>
          <a:xfrm>
            <a:off x="468214" y="1480826"/>
            <a:ext cx="5505866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администрирования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1002465-B304-F854-1F3A-705C0C4E09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89" y="1327867"/>
            <a:ext cx="361257" cy="56335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E5D091-F2FF-41B9-12A4-D10081879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137" y="2441868"/>
            <a:ext cx="782244" cy="37676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99B704-2759-FE70-FB4E-23CEBCF7A1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441" y="3453648"/>
            <a:ext cx="532344" cy="5760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C2847F-99AA-A17A-58F6-B2DA5F7BB5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381" y="4659642"/>
            <a:ext cx="691912" cy="50116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4F0DA12-8F01-B049-2AE4-CE7697A699A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935" y="2955980"/>
            <a:ext cx="759122" cy="51662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38A277C-283C-179B-527B-230E03EB17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020" y="4692385"/>
            <a:ext cx="782245" cy="43568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2A4887F-14A8-863D-6676-C7F0C7FB8A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705" y="2127682"/>
            <a:ext cx="1863183" cy="229206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5FAF7B2-C259-D5D8-B8DF-AB2F95EE0B2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795" y="3864773"/>
            <a:ext cx="450837" cy="60837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63BBB0B-23AC-5890-314E-DBC6A05F6EC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582" y="1304533"/>
            <a:ext cx="459374" cy="58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951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478684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116309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17439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5486" y="-76895"/>
            <a:ext cx="11193154" cy="972727"/>
          </a:xfrm>
        </p:spPr>
        <p:txBody>
          <a:bodyPr>
            <a:noAutofit/>
          </a:bodyPr>
          <a:lstStyle/>
          <a:p>
            <a:pPr algn="l"/>
            <a:r>
              <a:rPr lang="ru-RU" sz="4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Модули информационной системы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57CD8A5-62CF-04E7-10E1-DBB711F1CE2E}"/>
              </a:ext>
            </a:extLst>
          </p:cNvPr>
          <p:cNvSpPr txBox="1">
            <a:spLocks/>
          </p:cNvSpPr>
          <p:nvPr/>
        </p:nvSpPr>
        <p:spPr>
          <a:xfrm>
            <a:off x="6967959" y="2152683"/>
            <a:ext cx="4524095" cy="647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учёта читателей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1006"/>
            <a:ext cx="9680295" cy="1126994"/>
          </a:xfrm>
          <a:prstGeom prst="rect">
            <a:avLst/>
          </a:prstGeom>
        </p:spPr>
      </p:pic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8C3C71FA-7824-2CBC-7B47-D72DF8418286}"/>
              </a:ext>
            </a:extLst>
          </p:cNvPr>
          <p:cNvSpPr txBox="1">
            <a:spLocks/>
          </p:cNvSpPr>
          <p:nvPr/>
        </p:nvSpPr>
        <p:spPr>
          <a:xfrm>
            <a:off x="5760723" y="1405909"/>
            <a:ext cx="5731332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Модуль учёта библиотекарей</a:t>
            </a:r>
          </a:p>
        </p:txBody>
      </p:sp>
      <p:sp>
        <p:nvSpPr>
          <p:cNvPr id="17" name="Подзаголовок 2">
            <a:extLst>
              <a:ext uri="{FF2B5EF4-FFF2-40B4-BE49-F238E27FC236}">
                <a16:creationId xmlns:a16="http://schemas.microsoft.com/office/drawing/2014/main" id="{9766DD5B-398F-38E9-448C-28097CD7B1F9}"/>
              </a:ext>
            </a:extLst>
          </p:cNvPr>
          <p:cNvSpPr txBox="1">
            <a:spLocks/>
          </p:cNvSpPr>
          <p:nvPr/>
        </p:nvSpPr>
        <p:spPr>
          <a:xfrm>
            <a:off x="468214" y="4628754"/>
            <a:ext cx="6398648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фильтрации данных</a:t>
            </a:r>
          </a:p>
        </p:txBody>
      </p:sp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74639121-6C7F-D696-6B83-BC21429E4452}"/>
              </a:ext>
            </a:extLst>
          </p:cNvPr>
          <p:cNvSpPr txBox="1">
            <a:spLocks/>
          </p:cNvSpPr>
          <p:nvPr/>
        </p:nvSpPr>
        <p:spPr>
          <a:xfrm>
            <a:off x="468214" y="3536311"/>
            <a:ext cx="4150084" cy="486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авторизации</a:t>
            </a:r>
          </a:p>
        </p:txBody>
      </p:sp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8370BF07-1356-42E6-64A8-2C72C2316626}"/>
              </a:ext>
            </a:extLst>
          </p:cNvPr>
          <p:cNvSpPr txBox="1">
            <a:spLocks/>
          </p:cNvSpPr>
          <p:nvPr/>
        </p:nvSpPr>
        <p:spPr>
          <a:xfrm>
            <a:off x="468213" y="2415052"/>
            <a:ext cx="4643023" cy="4612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уведомлений</a:t>
            </a: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04D5E229-A68B-1A1C-87BD-1255F7703AEA}"/>
              </a:ext>
            </a:extLst>
          </p:cNvPr>
          <p:cNvSpPr txBox="1">
            <a:spLocks/>
          </p:cNvSpPr>
          <p:nvPr/>
        </p:nvSpPr>
        <p:spPr>
          <a:xfrm>
            <a:off x="6866863" y="3036974"/>
            <a:ext cx="4625192" cy="447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учёта книг</a:t>
            </a:r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725EB6FC-D487-1296-649E-B9C3E448EE0C}"/>
              </a:ext>
            </a:extLst>
          </p:cNvPr>
          <p:cNvSpPr txBox="1">
            <a:spLocks/>
          </p:cNvSpPr>
          <p:nvPr/>
        </p:nvSpPr>
        <p:spPr>
          <a:xfrm>
            <a:off x="6464658" y="4662665"/>
            <a:ext cx="5015051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учёта выдачи книг</a:t>
            </a: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F6A61B60-AE42-B923-0D7B-D76C734BF1BC}"/>
              </a:ext>
            </a:extLst>
          </p:cNvPr>
          <p:cNvSpPr txBox="1">
            <a:spLocks/>
          </p:cNvSpPr>
          <p:nvPr/>
        </p:nvSpPr>
        <p:spPr>
          <a:xfrm>
            <a:off x="6119506" y="3843309"/>
            <a:ext cx="5396054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 algn="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учёта авторов</a:t>
            </a: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4CA8FC45-3114-3229-86B9-AF755ECE27D5}"/>
              </a:ext>
            </a:extLst>
          </p:cNvPr>
          <p:cNvSpPr txBox="1">
            <a:spLocks/>
          </p:cNvSpPr>
          <p:nvPr/>
        </p:nvSpPr>
        <p:spPr>
          <a:xfrm>
            <a:off x="468214" y="1480826"/>
            <a:ext cx="5505866" cy="865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Модуль администрирования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C607883-07A9-65E6-2FB4-FF765A466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2789" y="1327867"/>
            <a:ext cx="361257" cy="56335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96B8554-05C2-EE0D-0459-13DA9D1B96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3137" y="2441868"/>
            <a:ext cx="782244" cy="376769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63FBB0-7602-F0CC-9E77-E2F8D772A4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441" y="3453648"/>
            <a:ext cx="532344" cy="57601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F5E283-50AF-5A9D-CFEC-B6CEE1372A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381" y="4659642"/>
            <a:ext cx="691912" cy="50116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3EEDAC5-C646-8837-DDFE-389B2F6BA9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0935" y="2955980"/>
            <a:ext cx="759122" cy="51662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9E5A3F9-74D7-79FB-D8C3-9BAB9FA728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020" y="4692385"/>
            <a:ext cx="782245" cy="43568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ECF7302-1ABC-20FC-90FD-4D83E48AC9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670" y="2111819"/>
            <a:ext cx="414485" cy="50989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700F39F-9DC4-D5CE-577E-B9045F8CB5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795" y="3864773"/>
            <a:ext cx="450837" cy="60837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5D24F89-34EE-F7C3-7B36-836CE55036E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2493" y="2262211"/>
            <a:ext cx="1697279" cy="2159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89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173884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8105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0" y="128300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6445" y="96021"/>
            <a:ext cx="8956925" cy="972727"/>
          </a:xfrm>
        </p:spPr>
        <p:txBody>
          <a:bodyPr>
            <a:noAutofit/>
          </a:bodyPr>
          <a:lstStyle/>
          <a:p>
            <a:pPr algn="l"/>
            <a:r>
              <a:rPr lang="ru-RU" sz="5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Типы пользователей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705" y="5731007"/>
            <a:ext cx="9680295" cy="112699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3A828D4-50DE-A8F6-3C4A-16438E041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682" y="2096008"/>
            <a:ext cx="1836312" cy="286362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312A881-9278-3967-819D-336D72514C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4371" y="2063376"/>
            <a:ext cx="2078374" cy="2644468"/>
          </a:xfrm>
          <a:prstGeom prst="rect">
            <a:avLst/>
          </a:prstGeom>
        </p:spPr>
      </p:pic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C952F78F-01F3-5875-FA80-6CB8AE378367}"/>
              </a:ext>
            </a:extLst>
          </p:cNvPr>
          <p:cNvSpPr txBox="1">
            <a:spLocks/>
          </p:cNvSpPr>
          <p:nvPr/>
        </p:nvSpPr>
        <p:spPr>
          <a:xfrm>
            <a:off x="387367" y="1465434"/>
            <a:ext cx="4774942" cy="777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Администратор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540C568-1210-25C0-5964-D626CAC300BA}"/>
              </a:ext>
            </a:extLst>
          </p:cNvPr>
          <p:cNvSpPr txBox="1">
            <a:spLocks/>
          </p:cNvSpPr>
          <p:nvPr/>
        </p:nvSpPr>
        <p:spPr>
          <a:xfrm>
            <a:off x="8905683" y="1465434"/>
            <a:ext cx="2475751" cy="777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32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Сотрудник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E47BF5CD-806C-7B7F-7770-8A7166DF82FA}"/>
              </a:ext>
            </a:extLst>
          </p:cNvPr>
          <p:cNvSpPr txBox="1">
            <a:spLocks/>
          </p:cNvSpPr>
          <p:nvPr/>
        </p:nvSpPr>
        <p:spPr>
          <a:xfrm>
            <a:off x="5496718" y="2043123"/>
            <a:ext cx="3300606" cy="1512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18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Контроль выдачи книг  Выдача книг     Добавление читателей  Просмотр информации </a:t>
            </a:r>
          </a:p>
        </p:txBody>
      </p: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BEA1BDD0-40C2-88B6-35C5-A9B50EDDB69E}"/>
              </a:ext>
            </a:extLst>
          </p:cNvPr>
          <p:cNvSpPr txBox="1">
            <a:spLocks/>
          </p:cNvSpPr>
          <p:nvPr/>
        </p:nvSpPr>
        <p:spPr>
          <a:xfrm>
            <a:off x="3906373" y="3564341"/>
            <a:ext cx="3940044" cy="1672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Весь функционал пользователя + полное управление базой данных через интерфейс</a:t>
            </a:r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AD0DC10A-CD49-7E00-64EF-51B34E433AE1}"/>
              </a:ext>
            </a:extLst>
          </p:cNvPr>
          <p:cNvCxnSpPr>
            <a:cxnSpLocks/>
          </p:cNvCxnSpPr>
          <p:nvPr/>
        </p:nvCxnSpPr>
        <p:spPr>
          <a:xfrm>
            <a:off x="4094726" y="3385610"/>
            <a:ext cx="470259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4415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64933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8105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0" y="1940203"/>
            <a:ext cx="405113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171" y="772411"/>
            <a:ext cx="3482099" cy="972727"/>
          </a:xfrm>
        </p:spPr>
        <p:txBody>
          <a:bodyPr>
            <a:noAutofit/>
          </a:bodyPr>
          <a:lstStyle/>
          <a:p>
            <a:pPr algn="l"/>
            <a:r>
              <a:rPr lang="ru-RU" sz="5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База данных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B051944-3A7B-38AE-B794-686E0C6EF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75642" y="622443"/>
            <a:ext cx="8485408" cy="5613112"/>
          </a:xfrm>
          <a:prstGeom prst="rect">
            <a:avLst/>
          </a:prstGeom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318284-DC7A-22A1-3342-AEEE0C20A100}"/>
              </a:ext>
            </a:extLst>
          </p:cNvPr>
          <p:cNvSpPr txBox="1">
            <a:spLocks/>
          </p:cNvSpPr>
          <p:nvPr/>
        </p:nvSpPr>
        <p:spPr>
          <a:xfrm>
            <a:off x="1033016" y="2152949"/>
            <a:ext cx="3940044" cy="1672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База данных играет ключевую роль в проекте по разработке приложения для учёта выданных книг в библиотеке.</a:t>
            </a:r>
          </a:p>
        </p:txBody>
      </p:sp>
    </p:spTree>
    <p:extLst>
      <p:ext uri="{BB962C8B-B14F-4D97-AF65-F5344CB8AC3E}">
        <p14:creationId xmlns:p14="http://schemas.microsoft.com/office/powerpoint/2010/main" val="1293788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64933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>
            <a:cxnSpLocks/>
          </p:cNvCxnSpPr>
          <p:nvPr/>
        </p:nvCxnSpPr>
        <p:spPr>
          <a:xfrm>
            <a:off x="2261947" y="1106190"/>
            <a:ext cx="0" cy="575181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0" y="1106190"/>
            <a:ext cx="633381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324" y="0"/>
            <a:ext cx="4543905" cy="972727"/>
          </a:xfrm>
        </p:spPr>
        <p:txBody>
          <a:bodyPr>
            <a:noAutofit/>
          </a:bodyPr>
          <a:lstStyle/>
          <a:p>
            <a:pPr algn="l"/>
            <a:r>
              <a:rPr lang="ru-RU" sz="5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Функционал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318284-DC7A-22A1-3342-AEEE0C20A100}"/>
              </a:ext>
            </a:extLst>
          </p:cNvPr>
          <p:cNvSpPr txBox="1">
            <a:spLocks/>
          </p:cNvSpPr>
          <p:nvPr/>
        </p:nvSpPr>
        <p:spPr>
          <a:xfrm>
            <a:off x="2446091" y="1514955"/>
            <a:ext cx="2320138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Авторизация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D193A0E-630E-0D11-0CF3-EE79C0210CD7}"/>
              </a:ext>
            </a:extLst>
          </p:cNvPr>
          <p:cNvSpPr txBox="1">
            <a:spLocks/>
          </p:cNvSpPr>
          <p:nvPr/>
        </p:nvSpPr>
        <p:spPr>
          <a:xfrm>
            <a:off x="2459690" y="2302332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Выдача книг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6AE1B57-9E4E-90C9-79C2-03B1CFFCFD4B}"/>
              </a:ext>
            </a:extLst>
          </p:cNvPr>
          <p:cNvSpPr txBox="1">
            <a:spLocks/>
          </p:cNvSpPr>
          <p:nvPr/>
        </p:nvSpPr>
        <p:spPr>
          <a:xfrm>
            <a:off x="2459690" y="4825501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Подсчёт долгов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4C77954-4AA3-2C54-4A17-F5CB147BEBC8}"/>
              </a:ext>
            </a:extLst>
          </p:cNvPr>
          <p:cNvSpPr txBox="1">
            <a:spLocks/>
          </p:cNvSpPr>
          <p:nvPr/>
        </p:nvSpPr>
        <p:spPr>
          <a:xfrm>
            <a:off x="2459690" y="3909171"/>
            <a:ext cx="2152311" cy="660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Добавление читателей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84AEE3AA-EAEA-0528-1EEA-DFEABC3F149E}"/>
              </a:ext>
            </a:extLst>
          </p:cNvPr>
          <p:cNvSpPr txBox="1">
            <a:spLocks/>
          </p:cNvSpPr>
          <p:nvPr/>
        </p:nvSpPr>
        <p:spPr>
          <a:xfrm>
            <a:off x="2446091" y="3089709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Возврат книг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A421BBF4-58E5-F81B-6184-0B3D1CC590D9}"/>
              </a:ext>
            </a:extLst>
          </p:cNvPr>
          <p:cNvSpPr txBox="1">
            <a:spLocks/>
          </p:cNvSpPr>
          <p:nvPr/>
        </p:nvSpPr>
        <p:spPr>
          <a:xfrm>
            <a:off x="67280" y="2939233"/>
            <a:ext cx="2127387" cy="489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Сотрудника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4FEE63CA-B64C-682D-7D2C-852594153F4E}"/>
              </a:ext>
            </a:extLst>
          </p:cNvPr>
          <p:cNvSpPr txBox="1">
            <a:spLocks/>
          </p:cNvSpPr>
          <p:nvPr/>
        </p:nvSpPr>
        <p:spPr>
          <a:xfrm>
            <a:off x="134556" y="3429000"/>
            <a:ext cx="2127391" cy="489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Администратора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8908587-2DB1-562D-6CB4-AD3B00FD8301}"/>
              </a:ext>
            </a:extLst>
          </p:cNvPr>
          <p:cNvCxnSpPr>
            <a:cxnSpLocks/>
          </p:cNvCxnSpPr>
          <p:nvPr/>
        </p:nvCxnSpPr>
        <p:spPr>
          <a:xfrm>
            <a:off x="4864470" y="1106190"/>
            <a:ext cx="0" cy="575181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EDCF6FD-C39B-3680-5296-0987BE338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453" y="1636102"/>
            <a:ext cx="6823299" cy="361880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47721F2-2668-9914-AF66-EB1C6C43C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454" y="-4281017"/>
            <a:ext cx="6851060" cy="3618803"/>
          </a:xfrm>
          <a:prstGeom prst="rect">
            <a:avLst/>
          </a:prstGeom>
        </p:spPr>
      </p:pic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73700511-DA8E-EE41-1C6A-A2EA057D1C6B}"/>
              </a:ext>
            </a:extLst>
          </p:cNvPr>
          <p:cNvSpPr txBox="1">
            <a:spLocks/>
          </p:cNvSpPr>
          <p:nvPr/>
        </p:nvSpPr>
        <p:spPr>
          <a:xfrm>
            <a:off x="5879798" y="5309194"/>
            <a:ext cx="5718035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Пользователь вводит логин и пароль</a:t>
            </a: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FA537D6A-6A4D-B1EB-D39A-B8FBF15BBEAE}"/>
              </a:ext>
            </a:extLst>
          </p:cNvPr>
          <p:cNvSpPr txBox="1">
            <a:spLocks/>
          </p:cNvSpPr>
          <p:nvPr/>
        </p:nvSpPr>
        <p:spPr>
          <a:xfrm>
            <a:off x="5726966" y="-607926"/>
            <a:ext cx="5718035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Пользователь заполняет форму выдачи</a:t>
            </a:r>
          </a:p>
        </p:txBody>
      </p:sp>
    </p:spTree>
    <p:extLst>
      <p:ext uri="{BB962C8B-B14F-4D97-AF65-F5344CB8AC3E}">
        <p14:creationId xmlns:p14="http://schemas.microsoft.com/office/powerpoint/2010/main" val="3982491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64933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>
            <a:cxnSpLocks/>
          </p:cNvCxnSpPr>
          <p:nvPr/>
        </p:nvCxnSpPr>
        <p:spPr>
          <a:xfrm>
            <a:off x="2261947" y="1106190"/>
            <a:ext cx="0" cy="575181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318284-DC7A-22A1-3342-AEEE0C20A100}"/>
              </a:ext>
            </a:extLst>
          </p:cNvPr>
          <p:cNvSpPr txBox="1">
            <a:spLocks/>
          </p:cNvSpPr>
          <p:nvPr/>
        </p:nvSpPr>
        <p:spPr>
          <a:xfrm>
            <a:off x="2446091" y="1514955"/>
            <a:ext cx="2320138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Авторизация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D193A0E-630E-0D11-0CF3-EE79C0210CD7}"/>
              </a:ext>
            </a:extLst>
          </p:cNvPr>
          <p:cNvSpPr txBox="1">
            <a:spLocks/>
          </p:cNvSpPr>
          <p:nvPr/>
        </p:nvSpPr>
        <p:spPr>
          <a:xfrm>
            <a:off x="2459690" y="2302332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Выдача книг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6AE1B57-9E4E-90C9-79C2-03B1CFFCFD4B}"/>
              </a:ext>
            </a:extLst>
          </p:cNvPr>
          <p:cNvSpPr txBox="1">
            <a:spLocks/>
          </p:cNvSpPr>
          <p:nvPr/>
        </p:nvSpPr>
        <p:spPr>
          <a:xfrm>
            <a:off x="2459690" y="4825501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Подсчёт долгов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4C77954-4AA3-2C54-4A17-F5CB147BEBC8}"/>
              </a:ext>
            </a:extLst>
          </p:cNvPr>
          <p:cNvSpPr txBox="1">
            <a:spLocks/>
          </p:cNvSpPr>
          <p:nvPr/>
        </p:nvSpPr>
        <p:spPr>
          <a:xfrm>
            <a:off x="2459690" y="3909171"/>
            <a:ext cx="2152311" cy="660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Добавление читателей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84AEE3AA-EAEA-0528-1EEA-DFEABC3F149E}"/>
              </a:ext>
            </a:extLst>
          </p:cNvPr>
          <p:cNvSpPr txBox="1">
            <a:spLocks/>
          </p:cNvSpPr>
          <p:nvPr/>
        </p:nvSpPr>
        <p:spPr>
          <a:xfrm>
            <a:off x="2446091" y="3089709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Возврат книг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A421BBF4-58E5-F81B-6184-0B3D1CC590D9}"/>
              </a:ext>
            </a:extLst>
          </p:cNvPr>
          <p:cNvSpPr txBox="1">
            <a:spLocks/>
          </p:cNvSpPr>
          <p:nvPr/>
        </p:nvSpPr>
        <p:spPr>
          <a:xfrm>
            <a:off x="67280" y="2939233"/>
            <a:ext cx="2127387" cy="489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Сотрудника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4FEE63CA-B64C-682D-7D2C-852594153F4E}"/>
              </a:ext>
            </a:extLst>
          </p:cNvPr>
          <p:cNvSpPr txBox="1">
            <a:spLocks/>
          </p:cNvSpPr>
          <p:nvPr/>
        </p:nvSpPr>
        <p:spPr>
          <a:xfrm>
            <a:off x="134556" y="3429000"/>
            <a:ext cx="2127391" cy="489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Администратора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8908587-2DB1-562D-6CB4-AD3B00FD8301}"/>
              </a:ext>
            </a:extLst>
          </p:cNvPr>
          <p:cNvCxnSpPr>
            <a:cxnSpLocks/>
          </p:cNvCxnSpPr>
          <p:nvPr/>
        </p:nvCxnSpPr>
        <p:spPr>
          <a:xfrm>
            <a:off x="4864470" y="1106190"/>
            <a:ext cx="0" cy="575181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0AE5633-0E86-C68A-71EC-602BC1EAF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453" y="7158442"/>
            <a:ext cx="6823299" cy="361880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6A645D1-6A23-C3E8-BF44-CE582E55F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454" y="1770074"/>
            <a:ext cx="6851060" cy="3618803"/>
          </a:xfrm>
          <a:prstGeom prst="rect">
            <a:avLst/>
          </a:prstGeom>
        </p:spPr>
      </p:pic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DA154B20-B897-AE3C-6968-473FDD934E24}"/>
              </a:ext>
            </a:extLst>
          </p:cNvPr>
          <p:cNvCxnSpPr>
            <a:cxnSpLocks/>
          </p:cNvCxnSpPr>
          <p:nvPr/>
        </p:nvCxnSpPr>
        <p:spPr>
          <a:xfrm>
            <a:off x="0" y="1106190"/>
            <a:ext cx="633381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E258F25C-6308-B7D4-417D-69ADFCC0E032}"/>
              </a:ext>
            </a:extLst>
          </p:cNvPr>
          <p:cNvSpPr txBox="1">
            <a:spLocks/>
          </p:cNvSpPr>
          <p:nvPr/>
        </p:nvSpPr>
        <p:spPr>
          <a:xfrm>
            <a:off x="222324" y="0"/>
            <a:ext cx="4543905" cy="9727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b="1">
                <a:solidFill>
                  <a:srgbClr val="568599"/>
                </a:solidFill>
                <a:latin typeface="Century Gothic" panose="020B0502020202020204" pitchFamily="34" charset="0"/>
              </a:rPr>
              <a:t>Функционал</a:t>
            </a:r>
            <a:endParaRPr lang="ru-RU" sz="5400" b="1" dirty="0">
              <a:solidFill>
                <a:srgbClr val="568599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21DDBC6-4161-A9FF-5B7C-0C0D7A94F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452" y="-4187918"/>
            <a:ext cx="6840417" cy="3618801"/>
          </a:xfrm>
          <a:prstGeom prst="rect">
            <a:avLst/>
          </a:prstGeom>
        </p:spPr>
      </p:pic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A7B9EBD5-EFA6-EC94-BC15-4A696CF8ED72}"/>
              </a:ext>
            </a:extLst>
          </p:cNvPr>
          <p:cNvSpPr txBox="1">
            <a:spLocks/>
          </p:cNvSpPr>
          <p:nvPr/>
        </p:nvSpPr>
        <p:spPr>
          <a:xfrm>
            <a:off x="5879798" y="10737191"/>
            <a:ext cx="5718035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Пользователь вводит логин и пароль</a:t>
            </a:r>
          </a:p>
        </p:txBody>
      </p:sp>
      <p:sp>
        <p:nvSpPr>
          <p:cNvPr id="26" name="Подзаголовок 2">
            <a:extLst>
              <a:ext uri="{FF2B5EF4-FFF2-40B4-BE49-F238E27FC236}">
                <a16:creationId xmlns:a16="http://schemas.microsoft.com/office/drawing/2014/main" id="{6FB9F882-553E-E015-2F01-00494B803A94}"/>
              </a:ext>
            </a:extLst>
          </p:cNvPr>
          <p:cNvSpPr txBox="1">
            <a:spLocks/>
          </p:cNvSpPr>
          <p:nvPr/>
        </p:nvSpPr>
        <p:spPr>
          <a:xfrm>
            <a:off x="5797445" y="5388867"/>
            <a:ext cx="6186307" cy="663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Пользователь заполняет форму выдачи</a:t>
            </a:r>
          </a:p>
        </p:txBody>
      </p:sp>
      <p:sp>
        <p:nvSpPr>
          <p:cNvPr id="27" name="Подзаголовок 2">
            <a:extLst>
              <a:ext uri="{FF2B5EF4-FFF2-40B4-BE49-F238E27FC236}">
                <a16:creationId xmlns:a16="http://schemas.microsoft.com/office/drawing/2014/main" id="{73FA0A6A-5F6E-29D6-BB57-33DA1DE1D7A6}"/>
              </a:ext>
            </a:extLst>
          </p:cNvPr>
          <p:cNvSpPr txBox="1">
            <a:spLocks/>
          </p:cNvSpPr>
          <p:nvPr/>
        </p:nvSpPr>
        <p:spPr>
          <a:xfrm>
            <a:off x="5318607" y="-569122"/>
            <a:ext cx="6840416" cy="663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Пользователь нажимает на кнопку «Вернуть»</a:t>
            </a:r>
          </a:p>
        </p:txBody>
      </p:sp>
    </p:spTree>
    <p:extLst>
      <p:ext uri="{BB962C8B-B14F-4D97-AF65-F5344CB8AC3E}">
        <p14:creationId xmlns:p14="http://schemas.microsoft.com/office/powerpoint/2010/main" val="32039981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64933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>
            <a:cxnSpLocks/>
          </p:cNvCxnSpPr>
          <p:nvPr/>
        </p:nvCxnSpPr>
        <p:spPr>
          <a:xfrm>
            <a:off x="2261947" y="1106190"/>
            <a:ext cx="0" cy="575181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318284-DC7A-22A1-3342-AEEE0C20A100}"/>
              </a:ext>
            </a:extLst>
          </p:cNvPr>
          <p:cNvSpPr txBox="1">
            <a:spLocks/>
          </p:cNvSpPr>
          <p:nvPr/>
        </p:nvSpPr>
        <p:spPr>
          <a:xfrm>
            <a:off x="2446091" y="1514955"/>
            <a:ext cx="2320138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Авторизация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D193A0E-630E-0D11-0CF3-EE79C0210CD7}"/>
              </a:ext>
            </a:extLst>
          </p:cNvPr>
          <p:cNvSpPr txBox="1">
            <a:spLocks/>
          </p:cNvSpPr>
          <p:nvPr/>
        </p:nvSpPr>
        <p:spPr>
          <a:xfrm>
            <a:off x="2459690" y="2302332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Выдача книг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6AE1B57-9E4E-90C9-79C2-03B1CFFCFD4B}"/>
              </a:ext>
            </a:extLst>
          </p:cNvPr>
          <p:cNvSpPr txBox="1">
            <a:spLocks/>
          </p:cNvSpPr>
          <p:nvPr/>
        </p:nvSpPr>
        <p:spPr>
          <a:xfrm>
            <a:off x="2459690" y="4825501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Подсчёт долгов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4C77954-4AA3-2C54-4A17-F5CB147BEBC8}"/>
              </a:ext>
            </a:extLst>
          </p:cNvPr>
          <p:cNvSpPr txBox="1">
            <a:spLocks/>
          </p:cNvSpPr>
          <p:nvPr/>
        </p:nvSpPr>
        <p:spPr>
          <a:xfrm>
            <a:off x="2459690" y="3909171"/>
            <a:ext cx="2152311" cy="660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Добавление читателей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84AEE3AA-EAEA-0528-1EEA-DFEABC3F149E}"/>
              </a:ext>
            </a:extLst>
          </p:cNvPr>
          <p:cNvSpPr txBox="1">
            <a:spLocks/>
          </p:cNvSpPr>
          <p:nvPr/>
        </p:nvSpPr>
        <p:spPr>
          <a:xfrm>
            <a:off x="2446091" y="3089709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Возврат книг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A421BBF4-58E5-F81B-6184-0B3D1CC590D9}"/>
              </a:ext>
            </a:extLst>
          </p:cNvPr>
          <p:cNvSpPr txBox="1">
            <a:spLocks/>
          </p:cNvSpPr>
          <p:nvPr/>
        </p:nvSpPr>
        <p:spPr>
          <a:xfrm>
            <a:off x="67280" y="2939233"/>
            <a:ext cx="2127387" cy="489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Сотрудника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4FEE63CA-B64C-682D-7D2C-852594153F4E}"/>
              </a:ext>
            </a:extLst>
          </p:cNvPr>
          <p:cNvSpPr txBox="1">
            <a:spLocks/>
          </p:cNvSpPr>
          <p:nvPr/>
        </p:nvSpPr>
        <p:spPr>
          <a:xfrm>
            <a:off x="134556" y="3429000"/>
            <a:ext cx="2127391" cy="489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Администратора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8908587-2DB1-562D-6CB4-AD3B00FD8301}"/>
              </a:ext>
            </a:extLst>
          </p:cNvPr>
          <p:cNvCxnSpPr>
            <a:cxnSpLocks/>
          </p:cNvCxnSpPr>
          <p:nvPr/>
        </p:nvCxnSpPr>
        <p:spPr>
          <a:xfrm>
            <a:off x="4864470" y="1106190"/>
            <a:ext cx="0" cy="575181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DEB7587-3460-32C1-AFB2-C9DC949DB17B}"/>
              </a:ext>
            </a:extLst>
          </p:cNvPr>
          <p:cNvCxnSpPr>
            <a:cxnSpLocks/>
          </p:cNvCxnSpPr>
          <p:nvPr/>
        </p:nvCxnSpPr>
        <p:spPr>
          <a:xfrm>
            <a:off x="0" y="1106190"/>
            <a:ext cx="633381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9EABAEC-BFAE-531A-47FB-529D249C9956}"/>
              </a:ext>
            </a:extLst>
          </p:cNvPr>
          <p:cNvSpPr txBox="1">
            <a:spLocks/>
          </p:cNvSpPr>
          <p:nvPr/>
        </p:nvSpPr>
        <p:spPr>
          <a:xfrm>
            <a:off x="222324" y="0"/>
            <a:ext cx="4543905" cy="9727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Функционал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678D1BC-4A27-C473-6FD8-80D03A958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454" y="7577591"/>
            <a:ext cx="6851060" cy="3618803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A02E460-94B5-F589-691C-C65CA75F3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452" y="1619599"/>
            <a:ext cx="6840417" cy="3618801"/>
          </a:xfrm>
          <a:prstGeom prst="rect">
            <a:avLst/>
          </a:prstGeom>
        </p:spPr>
      </p:pic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59AC4522-BDD1-A7C0-9CF6-E69C4289CD51}"/>
              </a:ext>
            </a:extLst>
          </p:cNvPr>
          <p:cNvSpPr txBox="1">
            <a:spLocks/>
          </p:cNvSpPr>
          <p:nvPr/>
        </p:nvSpPr>
        <p:spPr>
          <a:xfrm>
            <a:off x="5797445" y="11196384"/>
            <a:ext cx="6186307" cy="663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Пользователь заполняет форму выдачи</a:t>
            </a:r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89F236F9-E311-15D1-B82A-DF6B2FD79FD9}"/>
              </a:ext>
            </a:extLst>
          </p:cNvPr>
          <p:cNvSpPr txBox="1">
            <a:spLocks/>
          </p:cNvSpPr>
          <p:nvPr/>
        </p:nvSpPr>
        <p:spPr>
          <a:xfrm>
            <a:off x="5318607" y="5238395"/>
            <a:ext cx="6840416" cy="663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Пользователь нажимает на кнопку «Вернуть»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1F26A2B-50E2-0856-F42D-02EEA456F3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452" y="-4281017"/>
            <a:ext cx="6823298" cy="3615357"/>
          </a:xfrm>
          <a:prstGeom prst="rect">
            <a:avLst/>
          </a:prstGeom>
        </p:spPr>
      </p:pic>
      <p:sp>
        <p:nvSpPr>
          <p:cNvPr id="28" name="Подзаголовок 2">
            <a:extLst>
              <a:ext uri="{FF2B5EF4-FFF2-40B4-BE49-F238E27FC236}">
                <a16:creationId xmlns:a16="http://schemas.microsoft.com/office/drawing/2014/main" id="{63B259E5-4A97-3191-0119-E862CD43FA00}"/>
              </a:ext>
            </a:extLst>
          </p:cNvPr>
          <p:cNvSpPr txBox="1">
            <a:spLocks/>
          </p:cNvSpPr>
          <p:nvPr/>
        </p:nvSpPr>
        <p:spPr>
          <a:xfrm>
            <a:off x="5160453" y="-682717"/>
            <a:ext cx="6823298" cy="663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Пользователь заполняет форму на добавление читателей</a:t>
            </a:r>
          </a:p>
        </p:txBody>
      </p:sp>
    </p:spTree>
    <p:extLst>
      <p:ext uri="{BB962C8B-B14F-4D97-AF65-F5344CB8AC3E}">
        <p14:creationId xmlns:p14="http://schemas.microsoft.com/office/powerpoint/2010/main" val="2118451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64933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>
            <a:cxnSpLocks/>
          </p:cNvCxnSpPr>
          <p:nvPr/>
        </p:nvCxnSpPr>
        <p:spPr>
          <a:xfrm>
            <a:off x="2261947" y="1106190"/>
            <a:ext cx="0" cy="575181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318284-DC7A-22A1-3342-AEEE0C20A100}"/>
              </a:ext>
            </a:extLst>
          </p:cNvPr>
          <p:cNvSpPr txBox="1">
            <a:spLocks/>
          </p:cNvSpPr>
          <p:nvPr/>
        </p:nvSpPr>
        <p:spPr>
          <a:xfrm>
            <a:off x="2446091" y="1514955"/>
            <a:ext cx="2320138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Авторизация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D193A0E-630E-0D11-0CF3-EE79C0210CD7}"/>
              </a:ext>
            </a:extLst>
          </p:cNvPr>
          <p:cNvSpPr txBox="1">
            <a:spLocks/>
          </p:cNvSpPr>
          <p:nvPr/>
        </p:nvSpPr>
        <p:spPr>
          <a:xfrm>
            <a:off x="2459690" y="2302332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Выдача книг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6AE1B57-9E4E-90C9-79C2-03B1CFFCFD4B}"/>
              </a:ext>
            </a:extLst>
          </p:cNvPr>
          <p:cNvSpPr txBox="1">
            <a:spLocks/>
          </p:cNvSpPr>
          <p:nvPr/>
        </p:nvSpPr>
        <p:spPr>
          <a:xfrm>
            <a:off x="2459690" y="4825501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Подсчёт долгов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4C77954-4AA3-2C54-4A17-F5CB147BEBC8}"/>
              </a:ext>
            </a:extLst>
          </p:cNvPr>
          <p:cNvSpPr txBox="1">
            <a:spLocks/>
          </p:cNvSpPr>
          <p:nvPr/>
        </p:nvSpPr>
        <p:spPr>
          <a:xfrm>
            <a:off x="2459690" y="3909171"/>
            <a:ext cx="2152311" cy="660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Добавление читателей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84AEE3AA-EAEA-0528-1EEA-DFEABC3F149E}"/>
              </a:ext>
            </a:extLst>
          </p:cNvPr>
          <p:cNvSpPr txBox="1">
            <a:spLocks/>
          </p:cNvSpPr>
          <p:nvPr/>
        </p:nvSpPr>
        <p:spPr>
          <a:xfrm>
            <a:off x="2446091" y="3089709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Возврат книг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A421BBF4-58E5-F81B-6184-0B3D1CC590D9}"/>
              </a:ext>
            </a:extLst>
          </p:cNvPr>
          <p:cNvSpPr txBox="1">
            <a:spLocks/>
          </p:cNvSpPr>
          <p:nvPr/>
        </p:nvSpPr>
        <p:spPr>
          <a:xfrm>
            <a:off x="67280" y="2939233"/>
            <a:ext cx="2127387" cy="489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Сотрудника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4FEE63CA-B64C-682D-7D2C-852594153F4E}"/>
              </a:ext>
            </a:extLst>
          </p:cNvPr>
          <p:cNvSpPr txBox="1">
            <a:spLocks/>
          </p:cNvSpPr>
          <p:nvPr/>
        </p:nvSpPr>
        <p:spPr>
          <a:xfrm>
            <a:off x="134556" y="3429000"/>
            <a:ext cx="2127391" cy="489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Администратора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8908587-2DB1-562D-6CB4-AD3B00FD8301}"/>
              </a:ext>
            </a:extLst>
          </p:cNvPr>
          <p:cNvCxnSpPr>
            <a:cxnSpLocks/>
          </p:cNvCxnSpPr>
          <p:nvPr/>
        </p:nvCxnSpPr>
        <p:spPr>
          <a:xfrm>
            <a:off x="4864470" y="1106190"/>
            <a:ext cx="0" cy="575181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078D071C-69AD-70D9-EFAC-1A623CF673F3}"/>
              </a:ext>
            </a:extLst>
          </p:cNvPr>
          <p:cNvCxnSpPr>
            <a:cxnSpLocks/>
          </p:cNvCxnSpPr>
          <p:nvPr/>
        </p:nvCxnSpPr>
        <p:spPr>
          <a:xfrm>
            <a:off x="0" y="1106190"/>
            <a:ext cx="633381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0B8CD9F-9CAD-A344-6D3E-881D53BDD108}"/>
              </a:ext>
            </a:extLst>
          </p:cNvPr>
          <p:cNvSpPr txBox="1">
            <a:spLocks/>
          </p:cNvSpPr>
          <p:nvPr/>
        </p:nvSpPr>
        <p:spPr>
          <a:xfrm>
            <a:off x="222324" y="0"/>
            <a:ext cx="4543905" cy="9727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Функционал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4733AE8-5124-48B8-2FC9-AC1A85A50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452" y="7521937"/>
            <a:ext cx="6840417" cy="3618801"/>
          </a:xfrm>
          <a:prstGeom prst="rect">
            <a:avLst/>
          </a:prstGeom>
        </p:spPr>
      </p:pic>
      <p:sp>
        <p:nvSpPr>
          <p:cNvPr id="21" name="Подзаголовок 2">
            <a:extLst>
              <a:ext uri="{FF2B5EF4-FFF2-40B4-BE49-F238E27FC236}">
                <a16:creationId xmlns:a16="http://schemas.microsoft.com/office/drawing/2014/main" id="{A90D5E71-8852-D5E6-5015-8971A4794C35}"/>
              </a:ext>
            </a:extLst>
          </p:cNvPr>
          <p:cNvSpPr txBox="1">
            <a:spLocks/>
          </p:cNvSpPr>
          <p:nvPr/>
        </p:nvSpPr>
        <p:spPr>
          <a:xfrm>
            <a:off x="5318607" y="11140733"/>
            <a:ext cx="6840416" cy="663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Пользователь нажимает на кнопку «Вернуть»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27872798-5709-1834-36C7-437E98D6A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452" y="1621321"/>
            <a:ext cx="6823298" cy="3615357"/>
          </a:xfrm>
          <a:prstGeom prst="rect">
            <a:avLst/>
          </a:prstGeom>
        </p:spPr>
      </p:pic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55885569-75E6-6834-BF29-D7B3BD3426A5}"/>
              </a:ext>
            </a:extLst>
          </p:cNvPr>
          <p:cNvSpPr txBox="1">
            <a:spLocks/>
          </p:cNvSpPr>
          <p:nvPr/>
        </p:nvSpPr>
        <p:spPr>
          <a:xfrm>
            <a:off x="5160453" y="5219621"/>
            <a:ext cx="6823298" cy="663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Пользователь заполняет форму на добавление читателей</a:t>
            </a: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D4B48E97-7BF9-B45C-FEF7-1B46511A9EEF}"/>
              </a:ext>
            </a:extLst>
          </p:cNvPr>
          <p:cNvSpPr txBox="1">
            <a:spLocks/>
          </p:cNvSpPr>
          <p:nvPr/>
        </p:nvSpPr>
        <p:spPr>
          <a:xfrm>
            <a:off x="5160453" y="-726852"/>
            <a:ext cx="6823298" cy="663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Пользователь, нажимая на кнопки, добавляет или удаляет долг</a:t>
            </a:r>
          </a:p>
        </p:txBody>
      </p:sp>
    </p:spTree>
    <p:extLst>
      <p:ext uri="{BB962C8B-B14F-4D97-AF65-F5344CB8AC3E}">
        <p14:creationId xmlns:p14="http://schemas.microsoft.com/office/powerpoint/2010/main" val="4067545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одзаголовок 2">
            <a:extLst>
              <a:ext uri="{FF2B5EF4-FFF2-40B4-BE49-F238E27FC236}">
                <a16:creationId xmlns:a16="http://schemas.microsoft.com/office/drawing/2014/main" id="{E3E43E17-373A-EC0E-9E95-67C924CFC88D}"/>
              </a:ext>
            </a:extLst>
          </p:cNvPr>
          <p:cNvSpPr txBox="1">
            <a:spLocks/>
          </p:cNvSpPr>
          <p:nvPr/>
        </p:nvSpPr>
        <p:spPr>
          <a:xfrm>
            <a:off x="5160453" y="5336445"/>
            <a:ext cx="6823298" cy="663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Пользователь, нажимая на кнопки, добавляет или удаляет долг</a:t>
            </a: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64933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>
            <a:cxnSpLocks/>
          </p:cNvCxnSpPr>
          <p:nvPr/>
        </p:nvCxnSpPr>
        <p:spPr>
          <a:xfrm>
            <a:off x="2261947" y="1106190"/>
            <a:ext cx="0" cy="575181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318284-DC7A-22A1-3342-AEEE0C20A100}"/>
              </a:ext>
            </a:extLst>
          </p:cNvPr>
          <p:cNvSpPr txBox="1">
            <a:spLocks/>
          </p:cNvSpPr>
          <p:nvPr/>
        </p:nvSpPr>
        <p:spPr>
          <a:xfrm>
            <a:off x="2446091" y="1514955"/>
            <a:ext cx="2320138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Авторизация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D193A0E-630E-0D11-0CF3-EE79C0210CD7}"/>
              </a:ext>
            </a:extLst>
          </p:cNvPr>
          <p:cNvSpPr txBox="1">
            <a:spLocks/>
          </p:cNvSpPr>
          <p:nvPr/>
        </p:nvSpPr>
        <p:spPr>
          <a:xfrm>
            <a:off x="2459690" y="2302332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Выдача книг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6AE1B57-9E4E-90C9-79C2-03B1CFFCFD4B}"/>
              </a:ext>
            </a:extLst>
          </p:cNvPr>
          <p:cNvSpPr txBox="1">
            <a:spLocks/>
          </p:cNvSpPr>
          <p:nvPr/>
        </p:nvSpPr>
        <p:spPr>
          <a:xfrm>
            <a:off x="2459690" y="4825501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sz="2100" dirty="0"/>
              <a:t>Подсчёт долгов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4C77954-4AA3-2C54-4A17-F5CB147BEBC8}"/>
              </a:ext>
            </a:extLst>
          </p:cNvPr>
          <p:cNvSpPr txBox="1">
            <a:spLocks/>
          </p:cNvSpPr>
          <p:nvPr/>
        </p:nvSpPr>
        <p:spPr>
          <a:xfrm>
            <a:off x="2459690" y="3909171"/>
            <a:ext cx="2152311" cy="660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Добавление читателей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84AEE3AA-EAEA-0528-1EEA-DFEABC3F149E}"/>
              </a:ext>
            </a:extLst>
          </p:cNvPr>
          <p:cNvSpPr txBox="1">
            <a:spLocks/>
          </p:cNvSpPr>
          <p:nvPr/>
        </p:nvSpPr>
        <p:spPr>
          <a:xfrm>
            <a:off x="2446091" y="3089709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Возврат книг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A421BBF4-58E5-F81B-6184-0B3D1CC590D9}"/>
              </a:ext>
            </a:extLst>
          </p:cNvPr>
          <p:cNvSpPr txBox="1">
            <a:spLocks/>
          </p:cNvSpPr>
          <p:nvPr/>
        </p:nvSpPr>
        <p:spPr>
          <a:xfrm>
            <a:off x="67280" y="2939233"/>
            <a:ext cx="2127387" cy="489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b="1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Сотрудника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4FEE63CA-B64C-682D-7D2C-852594153F4E}"/>
              </a:ext>
            </a:extLst>
          </p:cNvPr>
          <p:cNvSpPr txBox="1">
            <a:spLocks/>
          </p:cNvSpPr>
          <p:nvPr/>
        </p:nvSpPr>
        <p:spPr>
          <a:xfrm>
            <a:off x="134556" y="3429000"/>
            <a:ext cx="2127391" cy="4897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Администратора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8908587-2DB1-562D-6CB4-AD3B00FD8301}"/>
              </a:ext>
            </a:extLst>
          </p:cNvPr>
          <p:cNvCxnSpPr>
            <a:cxnSpLocks/>
          </p:cNvCxnSpPr>
          <p:nvPr/>
        </p:nvCxnSpPr>
        <p:spPr>
          <a:xfrm>
            <a:off x="4864470" y="1106190"/>
            <a:ext cx="0" cy="575181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AEB7DB27-13D5-517D-68ED-41A7579AB485}"/>
              </a:ext>
            </a:extLst>
          </p:cNvPr>
          <p:cNvSpPr txBox="1">
            <a:spLocks/>
          </p:cNvSpPr>
          <p:nvPr/>
        </p:nvSpPr>
        <p:spPr>
          <a:xfrm>
            <a:off x="2459690" y="6993654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sz="2100" dirty="0"/>
              <a:t>Управление сотрудниками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6935E6F-DF88-B59F-0165-64D51DECD543}"/>
              </a:ext>
            </a:extLst>
          </p:cNvPr>
          <p:cNvSpPr txBox="1">
            <a:spLocks/>
          </p:cNvSpPr>
          <p:nvPr/>
        </p:nvSpPr>
        <p:spPr>
          <a:xfrm>
            <a:off x="2459690" y="7776081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книгами</a:t>
            </a: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1014DD8A-4BA4-2DCE-CE66-0CF61598E472}"/>
              </a:ext>
            </a:extLst>
          </p:cNvPr>
          <p:cNvSpPr txBox="1">
            <a:spLocks/>
          </p:cNvSpPr>
          <p:nvPr/>
        </p:nvSpPr>
        <p:spPr>
          <a:xfrm>
            <a:off x="2459690" y="8622786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авторами</a:t>
            </a:r>
          </a:p>
        </p:txBody>
      </p:sp>
      <p:sp>
        <p:nvSpPr>
          <p:cNvPr id="16" name="Подзаголовок 2">
            <a:extLst>
              <a:ext uri="{FF2B5EF4-FFF2-40B4-BE49-F238E27FC236}">
                <a16:creationId xmlns:a16="http://schemas.microsoft.com/office/drawing/2014/main" id="{010FB22C-DDCC-3054-228A-5124BE99DED8}"/>
              </a:ext>
            </a:extLst>
          </p:cNvPr>
          <p:cNvSpPr txBox="1">
            <a:spLocks/>
          </p:cNvSpPr>
          <p:nvPr/>
        </p:nvSpPr>
        <p:spPr>
          <a:xfrm>
            <a:off x="2459690" y="9485714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читателями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E8C2C094-05A4-58BD-93AF-99B7DF9040F7}"/>
              </a:ext>
            </a:extLst>
          </p:cNvPr>
          <p:cNvCxnSpPr>
            <a:cxnSpLocks/>
          </p:cNvCxnSpPr>
          <p:nvPr/>
        </p:nvCxnSpPr>
        <p:spPr>
          <a:xfrm>
            <a:off x="0" y="1106190"/>
            <a:ext cx="633381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1AE13174-245B-5159-17A0-8BB4A8D168C0}"/>
              </a:ext>
            </a:extLst>
          </p:cNvPr>
          <p:cNvSpPr txBox="1">
            <a:spLocks/>
          </p:cNvSpPr>
          <p:nvPr/>
        </p:nvSpPr>
        <p:spPr>
          <a:xfrm>
            <a:off x="222324" y="0"/>
            <a:ext cx="4543905" cy="9727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5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Функционал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B65BDAA-6EF7-286C-F59C-7AC83A850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452" y="1621321"/>
            <a:ext cx="6823298" cy="3615357"/>
          </a:xfrm>
          <a:prstGeom prst="rect">
            <a:avLst/>
          </a:prstGeom>
        </p:spPr>
      </p:pic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B5A6E0FA-3CCE-6A85-64E2-FCACE504BEE2}"/>
              </a:ext>
            </a:extLst>
          </p:cNvPr>
          <p:cNvSpPr txBox="1">
            <a:spLocks/>
          </p:cNvSpPr>
          <p:nvPr/>
        </p:nvSpPr>
        <p:spPr>
          <a:xfrm>
            <a:off x="5160453" y="11282918"/>
            <a:ext cx="6823298" cy="663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Пользователь заполняет форму на добавление читателей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30406F2-905D-BF5E-05F8-D25E4CDEC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991" y="6986459"/>
            <a:ext cx="6807316" cy="3604949"/>
          </a:xfrm>
          <a:prstGeom prst="rect">
            <a:avLst/>
          </a:prstGeom>
        </p:spPr>
      </p:pic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F93FFED5-DB55-EF25-EDC6-628D321C99A6}"/>
              </a:ext>
            </a:extLst>
          </p:cNvPr>
          <p:cNvSpPr txBox="1">
            <a:spLocks/>
          </p:cNvSpPr>
          <p:nvPr/>
        </p:nvSpPr>
        <p:spPr>
          <a:xfrm>
            <a:off x="5160453" y="10591408"/>
            <a:ext cx="6823298" cy="663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Управление осуществляется через кнопки страницы</a:t>
            </a:r>
          </a:p>
        </p:txBody>
      </p:sp>
    </p:spTree>
    <p:extLst>
      <p:ext uri="{BB962C8B-B14F-4D97-AF65-F5344CB8AC3E}">
        <p14:creationId xmlns:p14="http://schemas.microsoft.com/office/powerpoint/2010/main" val="36420908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64933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>
            <a:cxnSpLocks/>
          </p:cNvCxnSpPr>
          <p:nvPr/>
        </p:nvCxnSpPr>
        <p:spPr>
          <a:xfrm>
            <a:off x="2261947" y="928010"/>
            <a:ext cx="0" cy="592999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318284-DC7A-22A1-3342-AEEE0C20A100}"/>
              </a:ext>
            </a:extLst>
          </p:cNvPr>
          <p:cNvSpPr txBox="1">
            <a:spLocks/>
          </p:cNvSpPr>
          <p:nvPr/>
        </p:nvSpPr>
        <p:spPr>
          <a:xfrm>
            <a:off x="2446091" y="928010"/>
            <a:ext cx="2320138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Авторизация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D193A0E-630E-0D11-0CF3-EE79C0210CD7}"/>
              </a:ext>
            </a:extLst>
          </p:cNvPr>
          <p:cNvSpPr txBox="1">
            <a:spLocks/>
          </p:cNvSpPr>
          <p:nvPr/>
        </p:nvSpPr>
        <p:spPr>
          <a:xfrm>
            <a:off x="2459690" y="1257705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Выдача книг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6AE1B57-9E4E-90C9-79C2-03B1CFFCFD4B}"/>
              </a:ext>
            </a:extLst>
          </p:cNvPr>
          <p:cNvSpPr txBox="1">
            <a:spLocks/>
          </p:cNvSpPr>
          <p:nvPr/>
        </p:nvSpPr>
        <p:spPr>
          <a:xfrm>
            <a:off x="2459690" y="2445270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Подсчёт долгов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4C77954-4AA3-2C54-4A17-F5CB147BEBC8}"/>
              </a:ext>
            </a:extLst>
          </p:cNvPr>
          <p:cNvSpPr txBox="1">
            <a:spLocks/>
          </p:cNvSpPr>
          <p:nvPr/>
        </p:nvSpPr>
        <p:spPr>
          <a:xfrm>
            <a:off x="2459690" y="1988431"/>
            <a:ext cx="2152311" cy="660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Добавление читателей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84AEE3AA-EAEA-0528-1EEA-DFEABC3F149E}"/>
              </a:ext>
            </a:extLst>
          </p:cNvPr>
          <p:cNvSpPr txBox="1">
            <a:spLocks/>
          </p:cNvSpPr>
          <p:nvPr/>
        </p:nvSpPr>
        <p:spPr>
          <a:xfrm>
            <a:off x="2446091" y="1586917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Возврат книг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A421BBF4-58E5-F81B-6184-0B3D1CC590D9}"/>
              </a:ext>
            </a:extLst>
          </p:cNvPr>
          <p:cNvSpPr txBox="1">
            <a:spLocks/>
          </p:cNvSpPr>
          <p:nvPr/>
        </p:nvSpPr>
        <p:spPr>
          <a:xfrm>
            <a:off x="67280" y="2939233"/>
            <a:ext cx="2127387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Сотрудника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4FEE63CA-B64C-682D-7D2C-852594153F4E}"/>
              </a:ext>
            </a:extLst>
          </p:cNvPr>
          <p:cNvSpPr txBox="1">
            <a:spLocks/>
          </p:cNvSpPr>
          <p:nvPr/>
        </p:nvSpPr>
        <p:spPr>
          <a:xfrm>
            <a:off x="134556" y="3429000"/>
            <a:ext cx="2127391" cy="489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sz="1600" dirty="0"/>
              <a:t>Администратора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8908587-2DB1-562D-6CB4-AD3B00FD8301}"/>
              </a:ext>
            </a:extLst>
          </p:cNvPr>
          <p:cNvCxnSpPr>
            <a:cxnSpLocks/>
          </p:cNvCxnSpPr>
          <p:nvPr/>
        </p:nvCxnSpPr>
        <p:spPr>
          <a:xfrm>
            <a:off x="4864470" y="928010"/>
            <a:ext cx="0" cy="592999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73BF9939-B1FA-1929-402F-EC0042CDE5AF}"/>
              </a:ext>
            </a:extLst>
          </p:cNvPr>
          <p:cNvSpPr txBox="1">
            <a:spLocks/>
          </p:cNvSpPr>
          <p:nvPr/>
        </p:nvSpPr>
        <p:spPr>
          <a:xfrm>
            <a:off x="2459690" y="3017608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sz="2100" dirty="0"/>
              <a:t>Управление сотрудниками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3F569D-6BF3-C69A-E642-FF8716827B61}"/>
              </a:ext>
            </a:extLst>
          </p:cNvPr>
          <p:cNvSpPr txBox="1">
            <a:spLocks/>
          </p:cNvSpPr>
          <p:nvPr/>
        </p:nvSpPr>
        <p:spPr>
          <a:xfrm>
            <a:off x="2459690" y="3800035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книгами</a:t>
            </a: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E53D9A6C-2433-06E4-46CF-DC85A29208EB}"/>
              </a:ext>
            </a:extLst>
          </p:cNvPr>
          <p:cNvSpPr txBox="1">
            <a:spLocks/>
          </p:cNvSpPr>
          <p:nvPr/>
        </p:nvSpPr>
        <p:spPr>
          <a:xfrm>
            <a:off x="2459690" y="4646740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авторами</a:t>
            </a:r>
          </a:p>
        </p:txBody>
      </p:sp>
      <p:sp>
        <p:nvSpPr>
          <p:cNvPr id="16" name="Подзаголовок 2">
            <a:extLst>
              <a:ext uri="{FF2B5EF4-FFF2-40B4-BE49-F238E27FC236}">
                <a16:creationId xmlns:a16="http://schemas.microsoft.com/office/drawing/2014/main" id="{1A4CA09A-238D-AC51-60BA-68F8652AA963}"/>
              </a:ext>
            </a:extLst>
          </p:cNvPr>
          <p:cNvSpPr txBox="1">
            <a:spLocks/>
          </p:cNvSpPr>
          <p:nvPr/>
        </p:nvSpPr>
        <p:spPr>
          <a:xfrm>
            <a:off x="2459690" y="5509668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читателями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16BF4351-953E-1941-E2AE-C4A1DA2C8CC6}"/>
              </a:ext>
            </a:extLst>
          </p:cNvPr>
          <p:cNvCxnSpPr>
            <a:cxnSpLocks/>
          </p:cNvCxnSpPr>
          <p:nvPr/>
        </p:nvCxnSpPr>
        <p:spPr>
          <a:xfrm>
            <a:off x="0" y="928010"/>
            <a:ext cx="633381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3D9E52E4-D6FC-2274-D622-CAE928D8A2C7}"/>
              </a:ext>
            </a:extLst>
          </p:cNvPr>
          <p:cNvSpPr txBox="1">
            <a:spLocks/>
          </p:cNvSpPr>
          <p:nvPr/>
        </p:nvSpPr>
        <p:spPr>
          <a:xfrm>
            <a:off x="222324" y="-105475"/>
            <a:ext cx="4543905" cy="9727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8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Функционал</a:t>
            </a:r>
          </a:p>
        </p:txBody>
      </p:sp>
      <p:sp>
        <p:nvSpPr>
          <p:cNvPr id="26" name="Подзаголовок 2">
            <a:extLst>
              <a:ext uri="{FF2B5EF4-FFF2-40B4-BE49-F238E27FC236}">
                <a16:creationId xmlns:a16="http://schemas.microsoft.com/office/drawing/2014/main" id="{0A3C978A-1951-7F47-3B96-B111B0D62FB5}"/>
              </a:ext>
            </a:extLst>
          </p:cNvPr>
          <p:cNvSpPr txBox="1">
            <a:spLocks/>
          </p:cNvSpPr>
          <p:nvPr/>
        </p:nvSpPr>
        <p:spPr>
          <a:xfrm>
            <a:off x="5160453" y="-746796"/>
            <a:ext cx="6823298" cy="663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Пользователь, нажимая на кнопки, добавляет или удаляет долг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74CD5291-249E-B7DA-2E98-723343207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452" y="-4461920"/>
            <a:ext cx="6823298" cy="3615357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4965FF2B-6817-28B2-76C4-DD99ABC58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991" y="1747472"/>
            <a:ext cx="6807316" cy="3604949"/>
          </a:xfrm>
          <a:prstGeom prst="rect">
            <a:avLst/>
          </a:prstGeom>
        </p:spPr>
      </p:pic>
      <p:sp>
        <p:nvSpPr>
          <p:cNvPr id="29" name="Подзаголовок 2">
            <a:extLst>
              <a:ext uri="{FF2B5EF4-FFF2-40B4-BE49-F238E27FC236}">
                <a16:creationId xmlns:a16="http://schemas.microsoft.com/office/drawing/2014/main" id="{18368DBC-DEA1-7CDA-DEC5-8DE0B7E3A5A7}"/>
              </a:ext>
            </a:extLst>
          </p:cNvPr>
          <p:cNvSpPr txBox="1">
            <a:spLocks/>
          </p:cNvSpPr>
          <p:nvPr/>
        </p:nvSpPr>
        <p:spPr>
          <a:xfrm>
            <a:off x="5160453" y="5352421"/>
            <a:ext cx="6823298" cy="663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Управление осуществляется через кнопки страницы</a:t>
            </a: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EB7EAE30-3210-805D-C80F-C23F7F315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8990" y="6974885"/>
            <a:ext cx="6806207" cy="359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2134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64933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>
            <a:cxnSpLocks/>
          </p:cNvCxnSpPr>
          <p:nvPr/>
        </p:nvCxnSpPr>
        <p:spPr>
          <a:xfrm>
            <a:off x="2261947" y="928010"/>
            <a:ext cx="0" cy="592999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318284-DC7A-22A1-3342-AEEE0C20A100}"/>
              </a:ext>
            </a:extLst>
          </p:cNvPr>
          <p:cNvSpPr txBox="1">
            <a:spLocks/>
          </p:cNvSpPr>
          <p:nvPr/>
        </p:nvSpPr>
        <p:spPr>
          <a:xfrm>
            <a:off x="2446091" y="928010"/>
            <a:ext cx="2320138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Авторизация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D193A0E-630E-0D11-0CF3-EE79C0210CD7}"/>
              </a:ext>
            </a:extLst>
          </p:cNvPr>
          <p:cNvSpPr txBox="1">
            <a:spLocks/>
          </p:cNvSpPr>
          <p:nvPr/>
        </p:nvSpPr>
        <p:spPr>
          <a:xfrm>
            <a:off x="2459690" y="1257705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Выдача книг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6AE1B57-9E4E-90C9-79C2-03B1CFFCFD4B}"/>
              </a:ext>
            </a:extLst>
          </p:cNvPr>
          <p:cNvSpPr txBox="1">
            <a:spLocks/>
          </p:cNvSpPr>
          <p:nvPr/>
        </p:nvSpPr>
        <p:spPr>
          <a:xfrm>
            <a:off x="2459690" y="2445270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Подсчёт долгов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4C77954-4AA3-2C54-4A17-F5CB147BEBC8}"/>
              </a:ext>
            </a:extLst>
          </p:cNvPr>
          <p:cNvSpPr txBox="1">
            <a:spLocks/>
          </p:cNvSpPr>
          <p:nvPr/>
        </p:nvSpPr>
        <p:spPr>
          <a:xfrm>
            <a:off x="2459690" y="1988431"/>
            <a:ext cx="2152311" cy="660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Добавление читателей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84AEE3AA-EAEA-0528-1EEA-DFEABC3F149E}"/>
              </a:ext>
            </a:extLst>
          </p:cNvPr>
          <p:cNvSpPr txBox="1">
            <a:spLocks/>
          </p:cNvSpPr>
          <p:nvPr/>
        </p:nvSpPr>
        <p:spPr>
          <a:xfrm>
            <a:off x="2446091" y="1586917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Возврат книг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A421BBF4-58E5-F81B-6184-0B3D1CC590D9}"/>
              </a:ext>
            </a:extLst>
          </p:cNvPr>
          <p:cNvSpPr txBox="1">
            <a:spLocks/>
          </p:cNvSpPr>
          <p:nvPr/>
        </p:nvSpPr>
        <p:spPr>
          <a:xfrm>
            <a:off x="67280" y="2939233"/>
            <a:ext cx="2127387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Сотрудника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4FEE63CA-B64C-682D-7D2C-852594153F4E}"/>
              </a:ext>
            </a:extLst>
          </p:cNvPr>
          <p:cNvSpPr txBox="1">
            <a:spLocks/>
          </p:cNvSpPr>
          <p:nvPr/>
        </p:nvSpPr>
        <p:spPr>
          <a:xfrm>
            <a:off x="134556" y="3429000"/>
            <a:ext cx="2127391" cy="489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sz="1600" dirty="0"/>
              <a:t>Администратора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8908587-2DB1-562D-6CB4-AD3B00FD8301}"/>
              </a:ext>
            </a:extLst>
          </p:cNvPr>
          <p:cNvCxnSpPr>
            <a:cxnSpLocks/>
          </p:cNvCxnSpPr>
          <p:nvPr/>
        </p:nvCxnSpPr>
        <p:spPr>
          <a:xfrm>
            <a:off x="4864470" y="928010"/>
            <a:ext cx="0" cy="592999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73BF9939-B1FA-1929-402F-EC0042CDE5AF}"/>
              </a:ext>
            </a:extLst>
          </p:cNvPr>
          <p:cNvSpPr txBox="1">
            <a:spLocks/>
          </p:cNvSpPr>
          <p:nvPr/>
        </p:nvSpPr>
        <p:spPr>
          <a:xfrm>
            <a:off x="2459690" y="3017608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сотрудниками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3F569D-6BF3-C69A-E642-FF8716827B61}"/>
              </a:ext>
            </a:extLst>
          </p:cNvPr>
          <p:cNvSpPr txBox="1">
            <a:spLocks/>
          </p:cNvSpPr>
          <p:nvPr/>
        </p:nvSpPr>
        <p:spPr>
          <a:xfrm>
            <a:off x="2459690" y="3800035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книгами</a:t>
            </a: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E53D9A6C-2433-06E4-46CF-DC85A29208EB}"/>
              </a:ext>
            </a:extLst>
          </p:cNvPr>
          <p:cNvSpPr txBox="1">
            <a:spLocks/>
          </p:cNvSpPr>
          <p:nvPr/>
        </p:nvSpPr>
        <p:spPr>
          <a:xfrm>
            <a:off x="2459690" y="4646740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авторами</a:t>
            </a:r>
          </a:p>
        </p:txBody>
      </p:sp>
      <p:sp>
        <p:nvSpPr>
          <p:cNvPr id="16" name="Подзаголовок 2">
            <a:extLst>
              <a:ext uri="{FF2B5EF4-FFF2-40B4-BE49-F238E27FC236}">
                <a16:creationId xmlns:a16="http://schemas.microsoft.com/office/drawing/2014/main" id="{1A4CA09A-238D-AC51-60BA-68F8652AA963}"/>
              </a:ext>
            </a:extLst>
          </p:cNvPr>
          <p:cNvSpPr txBox="1">
            <a:spLocks/>
          </p:cNvSpPr>
          <p:nvPr/>
        </p:nvSpPr>
        <p:spPr>
          <a:xfrm>
            <a:off x="2459690" y="5509668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читателями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DB341024-58A5-3D04-20C4-B79EF29734A0}"/>
              </a:ext>
            </a:extLst>
          </p:cNvPr>
          <p:cNvCxnSpPr>
            <a:cxnSpLocks/>
          </p:cNvCxnSpPr>
          <p:nvPr/>
        </p:nvCxnSpPr>
        <p:spPr>
          <a:xfrm>
            <a:off x="0" y="928010"/>
            <a:ext cx="633381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05F7F0BD-3671-0E4D-5294-5A6B7F7EB87D}"/>
              </a:ext>
            </a:extLst>
          </p:cNvPr>
          <p:cNvSpPr txBox="1">
            <a:spLocks/>
          </p:cNvSpPr>
          <p:nvPr/>
        </p:nvSpPr>
        <p:spPr>
          <a:xfrm>
            <a:off x="222324" y="-105475"/>
            <a:ext cx="4543905" cy="9727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8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Функционал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7CC23768-DEEB-7E2F-8B1D-FE2B0064E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991" y="-3986167"/>
            <a:ext cx="6807316" cy="3604949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D20A403-0216-37A4-900E-EE1925A02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990" y="1653688"/>
            <a:ext cx="6806207" cy="3597253"/>
          </a:xfrm>
          <a:prstGeom prst="rect">
            <a:avLst/>
          </a:prstGeom>
        </p:spPr>
      </p:pic>
      <p:sp>
        <p:nvSpPr>
          <p:cNvPr id="27" name="Подзаголовок 2">
            <a:extLst>
              <a:ext uri="{FF2B5EF4-FFF2-40B4-BE49-F238E27FC236}">
                <a16:creationId xmlns:a16="http://schemas.microsoft.com/office/drawing/2014/main" id="{9C7BC296-FFA5-600A-DA97-5A4A019E5CD2}"/>
              </a:ext>
            </a:extLst>
          </p:cNvPr>
          <p:cNvSpPr txBox="1">
            <a:spLocks/>
          </p:cNvSpPr>
          <p:nvPr/>
        </p:nvSpPr>
        <p:spPr>
          <a:xfrm>
            <a:off x="5160453" y="5352421"/>
            <a:ext cx="6823298" cy="663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Управление осуществляется через кнопки страницы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7D9D34FB-A83C-A80E-A5F9-000A5FB11C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3899" y="6970483"/>
            <a:ext cx="6799685" cy="3597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16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64933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>
            <a:cxnSpLocks/>
          </p:cNvCxnSpPr>
          <p:nvPr/>
        </p:nvCxnSpPr>
        <p:spPr>
          <a:xfrm>
            <a:off x="2261947" y="928010"/>
            <a:ext cx="0" cy="592999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318284-DC7A-22A1-3342-AEEE0C20A100}"/>
              </a:ext>
            </a:extLst>
          </p:cNvPr>
          <p:cNvSpPr txBox="1">
            <a:spLocks/>
          </p:cNvSpPr>
          <p:nvPr/>
        </p:nvSpPr>
        <p:spPr>
          <a:xfrm>
            <a:off x="2446091" y="928010"/>
            <a:ext cx="2320138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Авторизация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D193A0E-630E-0D11-0CF3-EE79C0210CD7}"/>
              </a:ext>
            </a:extLst>
          </p:cNvPr>
          <p:cNvSpPr txBox="1">
            <a:spLocks/>
          </p:cNvSpPr>
          <p:nvPr/>
        </p:nvSpPr>
        <p:spPr>
          <a:xfrm>
            <a:off x="2459690" y="1257705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Выдача книг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6AE1B57-9E4E-90C9-79C2-03B1CFFCFD4B}"/>
              </a:ext>
            </a:extLst>
          </p:cNvPr>
          <p:cNvSpPr txBox="1">
            <a:spLocks/>
          </p:cNvSpPr>
          <p:nvPr/>
        </p:nvSpPr>
        <p:spPr>
          <a:xfrm>
            <a:off x="2459690" y="2445270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Подсчёт долгов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4C77954-4AA3-2C54-4A17-F5CB147BEBC8}"/>
              </a:ext>
            </a:extLst>
          </p:cNvPr>
          <p:cNvSpPr txBox="1">
            <a:spLocks/>
          </p:cNvSpPr>
          <p:nvPr/>
        </p:nvSpPr>
        <p:spPr>
          <a:xfrm>
            <a:off x="2459690" y="1988431"/>
            <a:ext cx="2152311" cy="660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Добавление читателей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84AEE3AA-EAEA-0528-1EEA-DFEABC3F149E}"/>
              </a:ext>
            </a:extLst>
          </p:cNvPr>
          <p:cNvSpPr txBox="1">
            <a:spLocks/>
          </p:cNvSpPr>
          <p:nvPr/>
        </p:nvSpPr>
        <p:spPr>
          <a:xfrm>
            <a:off x="2446091" y="1586917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Возврат книг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A421BBF4-58E5-F81B-6184-0B3D1CC590D9}"/>
              </a:ext>
            </a:extLst>
          </p:cNvPr>
          <p:cNvSpPr txBox="1">
            <a:spLocks/>
          </p:cNvSpPr>
          <p:nvPr/>
        </p:nvSpPr>
        <p:spPr>
          <a:xfrm>
            <a:off x="67280" y="2939233"/>
            <a:ext cx="2127387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Сотрудника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4FEE63CA-B64C-682D-7D2C-852594153F4E}"/>
              </a:ext>
            </a:extLst>
          </p:cNvPr>
          <p:cNvSpPr txBox="1">
            <a:spLocks/>
          </p:cNvSpPr>
          <p:nvPr/>
        </p:nvSpPr>
        <p:spPr>
          <a:xfrm>
            <a:off x="134556" y="3429000"/>
            <a:ext cx="2127391" cy="489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sz="1600" dirty="0"/>
              <a:t>Администратора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8908587-2DB1-562D-6CB4-AD3B00FD8301}"/>
              </a:ext>
            </a:extLst>
          </p:cNvPr>
          <p:cNvCxnSpPr>
            <a:cxnSpLocks/>
          </p:cNvCxnSpPr>
          <p:nvPr/>
        </p:nvCxnSpPr>
        <p:spPr>
          <a:xfrm>
            <a:off x="4864470" y="928010"/>
            <a:ext cx="0" cy="592999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73BF9939-B1FA-1929-402F-EC0042CDE5AF}"/>
              </a:ext>
            </a:extLst>
          </p:cNvPr>
          <p:cNvSpPr txBox="1">
            <a:spLocks/>
          </p:cNvSpPr>
          <p:nvPr/>
        </p:nvSpPr>
        <p:spPr>
          <a:xfrm>
            <a:off x="2459690" y="3017608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сотрудниками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3F569D-6BF3-C69A-E642-FF8716827B61}"/>
              </a:ext>
            </a:extLst>
          </p:cNvPr>
          <p:cNvSpPr txBox="1">
            <a:spLocks/>
          </p:cNvSpPr>
          <p:nvPr/>
        </p:nvSpPr>
        <p:spPr>
          <a:xfrm>
            <a:off x="2459690" y="3800035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книгами</a:t>
            </a: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E53D9A6C-2433-06E4-46CF-DC85A29208EB}"/>
              </a:ext>
            </a:extLst>
          </p:cNvPr>
          <p:cNvSpPr txBox="1">
            <a:spLocks/>
          </p:cNvSpPr>
          <p:nvPr/>
        </p:nvSpPr>
        <p:spPr>
          <a:xfrm>
            <a:off x="2459690" y="4646740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авторами</a:t>
            </a:r>
          </a:p>
        </p:txBody>
      </p:sp>
      <p:sp>
        <p:nvSpPr>
          <p:cNvPr id="16" name="Подзаголовок 2">
            <a:extLst>
              <a:ext uri="{FF2B5EF4-FFF2-40B4-BE49-F238E27FC236}">
                <a16:creationId xmlns:a16="http://schemas.microsoft.com/office/drawing/2014/main" id="{1A4CA09A-238D-AC51-60BA-68F8652AA963}"/>
              </a:ext>
            </a:extLst>
          </p:cNvPr>
          <p:cNvSpPr txBox="1">
            <a:spLocks/>
          </p:cNvSpPr>
          <p:nvPr/>
        </p:nvSpPr>
        <p:spPr>
          <a:xfrm>
            <a:off x="2459690" y="5509668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читателями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9A2EA156-030F-EDCB-349A-DA9EE3A58A98}"/>
              </a:ext>
            </a:extLst>
          </p:cNvPr>
          <p:cNvCxnSpPr>
            <a:cxnSpLocks/>
          </p:cNvCxnSpPr>
          <p:nvPr/>
        </p:nvCxnSpPr>
        <p:spPr>
          <a:xfrm>
            <a:off x="0" y="928010"/>
            <a:ext cx="633381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CADCCB00-E378-92AB-1A20-BA938F0D5E2C}"/>
              </a:ext>
            </a:extLst>
          </p:cNvPr>
          <p:cNvSpPr txBox="1">
            <a:spLocks/>
          </p:cNvSpPr>
          <p:nvPr/>
        </p:nvSpPr>
        <p:spPr>
          <a:xfrm>
            <a:off x="222324" y="-105475"/>
            <a:ext cx="4543905" cy="9727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8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Функционал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5B121B8-A8B1-D81E-11EB-3EA7D2B648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990" y="-3661712"/>
            <a:ext cx="6806207" cy="3597253"/>
          </a:xfrm>
          <a:prstGeom prst="rect">
            <a:avLst/>
          </a:prstGeom>
        </p:spPr>
      </p:pic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F1E553EC-BF46-E680-4F09-BC77BA6854CE}"/>
              </a:ext>
            </a:extLst>
          </p:cNvPr>
          <p:cNvSpPr txBox="1">
            <a:spLocks/>
          </p:cNvSpPr>
          <p:nvPr/>
        </p:nvSpPr>
        <p:spPr>
          <a:xfrm>
            <a:off x="5160453" y="5352421"/>
            <a:ext cx="6823298" cy="663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Управление осуществляется через кнопки страницы</a:t>
            </a: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15D6E438-9678-D1AD-0B7E-EFF5973A6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3899" y="1655083"/>
            <a:ext cx="6799685" cy="3597252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0BC312D-A183-DEAA-335D-C7D7B5ACA2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0454" y="7003481"/>
            <a:ext cx="6795618" cy="359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274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64933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>
            <a:cxnSpLocks/>
          </p:cNvCxnSpPr>
          <p:nvPr/>
        </p:nvCxnSpPr>
        <p:spPr>
          <a:xfrm>
            <a:off x="2261947" y="928010"/>
            <a:ext cx="0" cy="592999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318284-DC7A-22A1-3342-AEEE0C20A100}"/>
              </a:ext>
            </a:extLst>
          </p:cNvPr>
          <p:cNvSpPr txBox="1">
            <a:spLocks/>
          </p:cNvSpPr>
          <p:nvPr/>
        </p:nvSpPr>
        <p:spPr>
          <a:xfrm>
            <a:off x="2446091" y="928010"/>
            <a:ext cx="2320138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Авторизация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7D193A0E-630E-0D11-0CF3-EE79C0210CD7}"/>
              </a:ext>
            </a:extLst>
          </p:cNvPr>
          <p:cNvSpPr txBox="1">
            <a:spLocks/>
          </p:cNvSpPr>
          <p:nvPr/>
        </p:nvSpPr>
        <p:spPr>
          <a:xfrm>
            <a:off x="2459690" y="1257705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Выдача книг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46AE1B57-9E4E-90C9-79C2-03B1CFFCFD4B}"/>
              </a:ext>
            </a:extLst>
          </p:cNvPr>
          <p:cNvSpPr txBox="1">
            <a:spLocks/>
          </p:cNvSpPr>
          <p:nvPr/>
        </p:nvSpPr>
        <p:spPr>
          <a:xfrm>
            <a:off x="2459690" y="2445270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Подсчёт долгов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E4C77954-4AA3-2C54-4A17-F5CB147BEBC8}"/>
              </a:ext>
            </a:extLst>
          </p:cNvPr>
          <p:cNvSpPr txBox="1">
            <a:spLocks/>
          </p:cNvSpPr>
          <p:nvPr/>
        </p:nvSpPr>
        <p:spPr>
          <a:xfrm>
            <a:off x="2459690" y="1988431"/>
            <a:ext cx="2152311" cy="660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Добавление читателей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84AEE3AA-EAEA-0528-1EEA-DFEABC3F149E}"/>
              </a:ext>
            </a:extLst>
          </p:cNvPr>
          <p:cNvSpPr txBox="1">
            <a:spLocks/>
          </p:cNvSpPr>
          <p:nvPr/>
        </p:nvSpPr>
        <p:spPr>
          <a:xfrm>
            <a:off x="2446091" y="1586917"/>
            <a:ext cx="2152311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Возврат книг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A421BBF4-58E5-F81B-6184-0B3D1CC590D9}"/>
              </a:ext>
            </a:extLst>
          </p:cNvPr>
          <p:cNvSpPr txBox="1">
            <a:spLocks/>
          </p:cNvSpPr>
          <p:nvPr/>
        </p:nvSpPr>
        <p:spPr>
          <a:xfrm>
            <a:off x="67280" y="2939233"/>
            <a:ext cx="2127387" cy="4897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Сотрудника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4FEE63CA-B64C-682D-7D2C-852594153F4E}"/>
              </a:ext>
            </a:extLst>
          </p:cNvPr>
          <p:cNvSpPr txBox="1">
            <a:spLocks/>
          </p:cNvSpPr>
          <p:nvPr/>
        </p:nvSpPr>
        <p:spPr>
          <a:xfrm>
            <a:off x="134556" y="3429000"/>
            <a:ext cx="2127391" cy="4897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sz="1600" dirty="0"/>
              <a:t>Администратора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8908587-2DB1-562D-6CB4-AD3B00FD8301}"/>
              </a:ext>
            </a:extLst>
          </p:cNvPr>
          <p:cNvCxnSpPr>
            <a:cxnSpLocks/>
          </p:cNvCxnSpPr>
          <p:nvPr/>
        </p:nvCxnSpPr>
        <p:spPr>
          <a:xfrm>
            <a:off x="4864470" y="928010"/>
            <a:ext cx="0" cy="592999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Подзаголовок 2">
            <a:extLst>
              <a:ext uri="{FF2B5EF4-FFF2-40B4-BE49-F238E27FC236}">
                <a16:creationId xmlns:a16="http://schemas.microsoft.com/office/drawing/2014/main" id="{73BF9939-B1FA-1929-402F-EC0042CDE5AF}"/>
              </a:ext>
            </a:extLst>
          </p:cNvPr>
          <p:cNvSpPr txBox="1">
            <a:spLocks/>
          </p:cNvSpPr>
          <p:nvPr/>
        </p:nvSpPr>
        <p:spPr>
          <a:xfrm>
            <a:off x="2459690" y="3017608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сотрудниками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63F569D-6BF3-C69A-E642-FF8716827B61}"/>
              </a:ext>
            </a:extLst>
          </p:cNvPr>
          <p:cNvSpPr txBox="1">
            <a:spLocks/>
          </p:cNvSpPr>
          <p:nvPr/>
        </p:nvSpPr>
        <p:spPr>
          <a:xfrm>
            <a:off x="2459690" y="3800035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книгами</a:t>
            </a: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E53D9A6C-2433-06E4-46CF-DC85A29208EB}"/>
              </a:ext>
            </a:extLst>
          </p:cNvPr>
          <p:cNvSpPr txBox="1">
            <a:spLocks/>
          </p:cNvSpPr>
          <p:nvPr/>
        </p:nvSpPr>
        <p:spPr>
          <a:xfrm>
            <a:off x="2459690" y="4646740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авторами</a:t>
            </a:r>
          </a:p>
        </p:txBody>
      </p:sp>
      <p:sp>
        <p:nvSpPr>
          <p:cNvPr id="16" name="Подзаголовок 2">
            <a:extLst>
              <a:ext uri="{FF2B5EF4-FFF2-40B4-BE49-F238E27FC236}">
                <a16:creationId xmlns:a16="http://schemas.microsoft.com/office/drawing/2014/main" id="{1A4CA09A-238D-AC51-60BA-68F8652AA963}"/>
              </a:ext>
            </a:extLst>
          </p:cNvPr>
          <p:cNvSpPr txBox="1">
            <a:spLocks/>
          </p:cNvSpPr>
          <p:nvPr/>
        </p:nvSpPr>
        <p:spPr>
          <a:xfrm>
            <a:off x="2459690" y="5509668"/>
            <a:ext cx="2503021" cy="605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Управление читателями</a:t>
            </a:r>
          </a:p>
        </p:txBody>
      </p: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338A5BB-C670-A088-472B-437D0CFA06C5}"/>
              </a:ext>
            </a:extLst>
          </p:cNvPr>
          <p:cNvCxnSpPr>
            <a:cxnSpLocks/>
          </p:cNvCxnSpPr>
          <p:nvPr/>
        </p:nvCxnSpPr>
        <p:spPr>
          <a:xfrm>
            <a:off x="0" y="928010"/>
            <a:ext cx="633381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A1564B9A-DCE7-ED5E-2123-71EC2E37AA9A}"/>
              </a:ext>
            </a:extLst>
          </p:cNvPr>
          <p:cNvSpPr txBox="1">
            <a:spLocks/>
          </p:cNvSpPr>
          <p:nvPr/>
        </p:nvSpPr>
        <p:spPr>
          <a:xfrm>
            <a:off x="222324" y="-105475"/>
            <a:ext cx="4543905" cy="97272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ru-RU" sz="48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Функционал</a:t>
            </a:r>
          </a:p>
        </p:txBody>
      </p: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7B2FD154-46A8-6EFE-CC84-62488FF64194}"/>
              </a:ext>
            </a:extLst>
          </p:cNvPr>
          <p:cNvSpPr txBox="1">
            <a:spLocks/>
          </p:cNvSpPr>
          <p:nvPr/>
        </p:nvSpPr>
        <p:spPr>
          <a:xfrm>
            <a:off x="5160453" y="5352421"/>
            <a:ext cx="6823298" cy="6638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Управление осуществляется через кнопки страницы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949A9D8-2325-C8C6-A081-9BF003CFC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899" y="-3718023"/>
            <a:ext cx="6799685" cy="3597252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777339E-F6A8-2A22-01C5-D61127B37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454" y="1630375"/>
            <a:ext cx="6795618" cy="359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240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64933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694819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0" y="1940203"/>
            <a:ext cx="405113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171" y="772411"/>
            <a:ext cx="5155583" cy="972727"/>
          </a:xfrm>
        </p:spPr>
        <p:txBody>
          <a:bodyPr>
            <a:noAutofit/>
          </a:bodyPr>
          <a:lstStyle/>
          <a:p>
            <a:pPr algn="l"/>
            <a:r>
              <a:rPr lang="ru-RU" sz="5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Средства разработки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318284-DC7A-22A1-3342-AEEE0C20A100}"/>
              </a:ext>
            </a:extLst>
          </p:cNvPr>
          <p:cNvSpPr txBox="1">
            <a:spLocks/>
          </p:cNvSpPr>
          <p:nvPr/>
        </p:nvSpPr>
        <p:spPr>
          <a:xfrm>
            <a:off x="1033016" y="2152949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База данных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CEEFE935-3D4F-B091-A332-A04229AFE3C1}"/>
              </a:ext>
            </a:extLst>
          </p:cNvPr>
          <p:cNvSpPr txBox="1">
            <a:spLocks/>
          </p:cNvSpPr>
          <p:nvPr/>
        </p:nvSpPr>
        <p:spPr>
          <a:xfrm>
            <a:off x="1033016" y="3203395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Клиентская часть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DBD04748-3C7D-88F9-6156-7F1B7221A700}"/>
              </a:ext>
            </a:extLst>
          </p:cNvPr>
          <p:cNvSpPr txBox="1">
            <a:spLocks/>
          </p:cNvSpPr>
          <p:nvPr/>
        </p:nvSpPr>
        <p:spPr>
          <a:xfrm>
            <a:off x="1033016" y="4284832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Серверная часть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524D446B-23E1-4A8E-8270-3754EDF1E4E5}"/>
              </a:ext>
            </a:extLst>
          </p:cNvPr>
          <p:cNvSpPr txBox="1">
            <a:spLocks/>
          </p:cNvSpPr>
          <p:nvPr/>
        </p:nvSpPr>
        <p:spPr>
          <a:xfrm>
            <a:off x="1033016" y="5366270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</a:rPr>
              <a:t>Дополнительно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1A95B08-33B5-8411-2C48-F2E2272B3190}"/>
              </a:ext>
            </a:extLst>
          </p:cNvPr>
          <p:cNvSpPr/>
          <p:nvPr/>
        </p:nvSpPr>
        <p:spPr>
          <a:xfrm>
            <a:off x="469113" y="1701537"/>
            <a:ext cx="451412" cy="451412"/>
          </a:xfrm>
          <a:prstGeom prst="ellipse">
            <a:avLst/>
          </a:prstGeom>
          <a:solidFill>
            <a:srgbClr val="E869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Полилиния: фигура 38">
            <a:extLst>
              <a:ext uri="{FF2B5EF4-FFF2-40B4-BE49-F238E27FC236}">
                <a16:creationId xmlns:a16="http://schemas.microsoft.com/office/drawing/2014/main" id="{D97981E6-12C6-9E44-3C2B-F13925609500}"/>
              </a:ext>
            </a:extLst>
          </p:cNvPr>
          <p:cNvSpPr/>
          <p:nvPr/>
        </p:nvSpPr>
        <p:spPr>
          <a:xfrm>
            <a:off x="7196578" y="532725"/>
            <a:ext cx="1893406" cy="1823201"/>
          </a:xfrm>
          <a:custGeom>
            <a:avLst/>
            <a:gdLst>
              <a:gd name="connsiteX0" fmla="*/ 946762 w 1893406"/>
              <a:gd name="connsiteY0" fmla="*/ 0 h 1823201"/>
              <a:gd name="connsiteX1" fmla="*/ 0 w 1893406"/>
              <a:gd name="connsiteY1" fmla="*/ 1823202 h 1823201"/>
              <a:gd name="connsiteX2" fmla="*/ 1893406 w 1893406"/>
              <a:gd name="connsiteY2" fmla="*/ 1823202 h 1823201"/>
              <a:gd name="connsiteX3" fmla="*/ 946762 w 1893406"/>
              <a:gd name="connsiteY3" fmla="*/ 0 h 1823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3406" h="1823201">
                <a:moveTo>
                  <a:pt x="946762" y="0"/>
                </a:moveTo>
                <a:lnTo>
                  <a:pt x="0" y="1823202"/>
                </a:lnTo>
                <a:lnTo>
                  <a:pt x="1893406" y="1823202"/>
                </a:lnTo>
                <a:lnTo>
                  <a:pt x="946762" y="0"/>
                </a:lnTo>
                <a:close/>
              </a:path>
            </a:pathLst>
          </a:custGeom>
          <a:noFill/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Полилиния: фигура 39">
            <a:extLst>
              <a:ext uri="{FF2B5EF4-FFF2-40B4-BE49-F238E27FC236}">
                <a16:creationId xmlns:a16="http://schemas.microsoft.com/office/drawing/2014/main" id="{647A77AC-5CAD-354E-3EFA-2FB04D69DDBA}"/>
              </a:ext>
            </a:extLst>
          </p:cNvPr>
          <p:cNvSpPr/>
          <p:nvPr/>
        </p:nvSpPr>
        <p:spPr>
          <a:xfrm>
            <a:off x="6591518" y="2561467"/>
            <a:ext cx="3103525" cy="959505"/>
          </a:xfrm>
          <a:custGeom>
            <a:avLst/>
            <a:gdLst>
              <a:gd name="connsiteX0" fmla="*/ 2962290 w 3103525"/>
              <a:gd name="connsiteY0" fmla="*/ 687535 h 959505"/>
              <a:gd name="connsiteX1" fmla="*/ 2605248 w 3103525"/>
              <a:gd name="connsiteY1" fmla="*/ 0 h 959505"/>
              <a:gd name="connsiteX2" fmla="*/ 498277 w 3103525"/>
              <a:gd name="connsiteY2" fmla="*/ 0 h 959505"/>
              <a:gd name="connsiteX3" fmla="*/ 141236 w 3103525"/>
              <a:gd name="connsiteY3" fmla="*/ 687535 h 959505"/>
              <a:gd name="connsiteX4" fmla="*/ 0 w 3103525"/>
              <a:gd name="connsiteY4" fmla="*/ 959505 h 959505"/>
              <a:gd name="connsiteX5" fmla="*/ 3103525 w 3103525"/>
              <a:gd name="connsiteY5" fmla="*/ 959505 h 959505"/>
              <a:gd name="connsiteX6" fmla="*/ 2962290 w 3103525"/>
              <a:gd name="connsiteY6" fmla="*/ 687535 h 95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3525" h="959505">
                <a:moveTo>
                  <a:pt x="2962290" y="687535"/>
                </a:moveTo>
                <a:lnTo>
                  <a:pt x="2605248" y="0"/>
                </a:lnTo>
                <a:lnTo>
                  <a:pt x="498277" y="0"/>
                </a:lnTo>
                <a:lnTo>
                  <a:pt x="141236" y="687535"/>
                </a:lnTo>
                <a:lnTo>
                  <a:pt x="0" y="959505"/>
                </a:lnTo>
                <a:lnTo>
                  <a:pt x="3103525" y="959505"/>
                </a:lnTo>
                <a:lnTo>
                  <a:pt x="2962290" y="687535"/>
                </a:lnTo>
                <a:close/>
              </a:path>
            </a:pathLst>
          </a:custGeom>
          <a:noFill/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1" name="Полилиния: фигура 40">
            <a:extLst>
              <a:ext uri="{FF2B5EF4-FFF2-40B4-BE49-F238E27FC236}">
                <a16:creationId xmlns:a16="http://schemas.microsoft.com/office/drawing/2014/main" id="{E8AB1C9E-21FB-2877-352B-3BF9A890F041}"/>
              </a:ext>
            </a:extLst>
          </p:cNvPr>
          <p:cNvSpPr/>
          <p:nvPr/>
        </p:nvSpPr>
        <p:spPr>
          <a:xfrm>
            <a:off x="5994954" y="3726631"/>
            <a:ext cx="4296653" cy="943104"/>
          </a:xfrm>
          <a:custGeom>
            <a:avLst/>
            <a:gdLst>
              <a:gd name="connsiteX0" fmla="*/ 3806871 w 4296653"/>
              <a:gd name="connsiteY0" fmla="*/ 0 h 943104"/>
              <a:gd name="connsiteX1" fmla="*/ 489782 w 4296653"/>
              <a:gd name="connsiteY1" fmla="*/ 0 h 943104"/>
              <a:gd name="connsiteX2" fmla="*/ 0 w 4296653"/>
              <a:gd name="connsiteY2" fmla="*/ 943105 h 943104"/>
              <a:gd name="connsiteX3" fmla="*/ 4296653 w 4296653"/>
              <a:gd name="connsiteY3" fmla="*/ 943105 h 943104"/>
              <a:gd name="connsiteX4" fmla="*/ 3806871 w 4296653"/>
              <a:gd name="connsiteY4" fmla="*/ 0 h 943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96653" h="943104">
                <a:moveTo>
                  <a:pt x="3806871" y="0"/>
                </a:moveTo>
                <a:lnTo>
                  <a:pt x="489782" y="0"/>
                </a:lnTo>
                <a:lnTo>
                  <a:pt x="0" y="943105"/>
                </a:lnTo>
                <a:lnTo>
                  <a:pt x="4296653" y="943105"/>
                </a:lnTo>
                <a:lnTo>
                  <a:pt x="3806871" y="0"/>
                </a:lnTo>
                <a:close/>
              </a:path>
            </a:pathLst>
          </a:custGeom>
          <a:noFill/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2" name="Полилиния: фигура 41">
            <a:extLst>
              <a:ext uri="{FF2B5EF4-FFF2-40B4-BE49-F238E27FC236}">
                <a16:creationId xmlns:a16="http://schemas.microsoft.com/office/drawing/2014/main" id="{47BCA9C9-76D5-FD9C-B66B-B6A0D296D13F}"/>
              </a:ext>
            </a:extLst>
          </p:cNvPr>
          <p:cNvSpPr/>
          <p:nvPr/>
        </p:nvSpPr>
        <p:spPr>
          <a:xfrm>
            <a:off x="5322286" y="4908197"/>
            <a:ext cx="5642107" cy="1057084"/>
          </a:xfrm>
          <a:custGeom>
            <a:avLst/>
            <a:gdLst>
              <a:gd name="connsiteX0" fmla="*/ 5093094 w 5642107"/>
              <a:gd name="connsiteY0" fmla="*/ 0 h 1057084"/>
              <a:gd name="connsiteX1" fmla="*/ 548896 w 5642107"/>
              <a:gd name="connsiteY1" fmla="*/ 0 h 1057084"/>
              <a:gd name="connsiteX2" fmla="*/ 0 w 5642107"/>
              <a:gd name="connsiteY2" fmla="*/ 1057084 h 1057084"/>
              <a:gd name="connsiteX3" fmla="*/ 2821054 w 5642107"/>
              <a:gd name="connsiteY3" fmla="*/ 1057084 h 1057084"/>
              <a:gd name="connsiteX4" fmla="*/ 5642108 w 5642107"/>
              <a:gd name="connsiteY4" fmla="*/ 1057084 h 1057084"/>
              <a:gd name="connsiteX5" fmla="*/ 5093094 w 5642107"/>
              <a:gd name="connsiteY5" fmla="*/ 0 h 1057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42107" h="1057084">
                <a:moveTo>
                  <a:pt x="5093094" y="0"/>
                </a:moveTo>
                <a:lnTo>
                  <a:pt x="548896" y="0"/>
                </a:lnTo>
                <a:lnTo>
                  <a:pt x="0" y="1057084"/>
                </a:lnTo>
                <a:lnTo>
                  <a:pt x="2821054" y="1057084"/>
                </a:lnTo>
                <a:lnTo>
                  <a:pt x="5642108" y="1057084"/>
                </a:lnTo>
                <a:lnTo>
                  <a:pt x="5093094" y="0"/>
                </a:lnTo>
                <a:close/>
              </a:path>
            </a:pathLst>
          </a:custGeom>
          <a:noFill/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0CB17D9-9D7F-5D71-22FF-1CFA0D512B49}"/>
              </a:ext>
            </a:extLst>
          </p:cNvPr>
          <p:cNvSpPr txBox="1"/>
          <p:nvPr/>
        </p:nvSpPr>
        <p:spPr>
          <a:xfrm>
            <a:off x="7443334" y="191356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PostgreSQL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CCCE06-9795-BD80-569F-B0D61C01FC33}"/>
              </a:ext>
            </a:extLst>
          </p:cNvPr>
          <p:cNvSpPr txBox="1"/>
          <p:nvPr/>
        </p:nvSpPr>
        <p:spPr>
          <a:xfrm>
            <a:off x="7053076" y="3045382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HTML, CSS, </a:t>
            </a:r>
            <a:r>
              <a:rPr lang="en-US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Python</a:t>
            </a:r>
            <a:endParaRPr lang="ru-RU" b="1" spc="0" baseline="0" dirty="0">
              <a:ln/>
              <a:solidFill>
                <a:srgbClr val="568599"/>
              </a:solidFill>
              <a:latin typeface="Century Gothic"/>
              <a:sym typeface="Century Gothic"/>
              <a:rtl val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D0A4A2-7A38-629C-084F-414A8F8B561F}"/>
              </a:ext>
            </a:extLst>
          </p:cNvPr>
          <p:cNvSpPr txBox="1"/>
          <p:nvPr/>
        </p:nvSpPr>
        <p:spPr>
          <a:xfrm>
            <a:off x="7646990" y="4049089"/>
            <a:ext cx="992579" cy="4962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625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Flask</a:t>
            </a:r>
            <a:endParaRPr lang="ru-RU" sz="2625" b="1" spc="0" baseline="0" dirty="0">
              <a:ln/>
              <a:solidFill>
                <a:srgbClr val="568599"/>
              </a:solidFill>
              <a:latin typeface="Century Gothic"/>
              <a:sym typeface="Century Gothic"/>
              <a:rtl val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885D8A-8EB2-92E9-0859-90BB79827EBB}"/>
              </a:ext>
            </a:extLst>
          </p:cNvPr>
          <p:cNvSpPr txBox="1"/>
          <p:nvPr/>
        </p:nvSpPr>
        <p:spPr>
          <a:xfrm>
            <a:off x="5831891" y="5207917"/>
            <a:ext cx="4783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b="1" spc="0" baseline="0" dirty="0" err="1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Figma</a:t>
            </a:r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, Visual Studio Code, Adobe Photoshop,</a:t>
            </a:r>
          </a:p>
          <a:p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Adobe </a:t>
            </a:r>
            <a:r>
              <a:rPr lang="ru-RU" sz="1600" b="1" spc="0" baseline="0" dirty="0" err="1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Illustrator</a:t>
            </a:r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, Draw.io, </a:t>
            </a:r>
            <a:r>
              <a:rPr lang="ru-RU" sz="1600" b="1" spc="0" baseline="0" dirty="0" err="1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PgAdmin</a:t>
            </a:r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, </a:t>
            </a:r>
            <a:r>
              <a:rPr lang="ru-RU" sz="1600" b="1" spc="0" baseline="0" dirty="0" err="1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Insomnia</a:t>
            </a:r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5259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64933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694819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0" y="1940203"/>
            <a:ext cx="405113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171" y="772411"/>
            <a:ext cx="5155583" cy="972727"/>
          </a:xfrm>
        </p:spPr>
        <p:txBody>
          <a:bodyPr>
            <a:noAutofit/>
          </a:bodyPr>
          <a:lstStyle/>
          <a:p>
            <a:pPr algn="l"/>
            <a:r>
              <a:rPr lang="ru-RU" sz="5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Средства разработки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318284-DC7A-22A1-3342-AEEE0C20A100}"/>
              </a:ext>
            </a:extLst>
          </p:cNvPr>
          <p:cNvSpPr txBox="1">
            <a:spLocks/>
          </p:cNvSpPr>
          <p:nvPr/>
        </p:nvSpPr>
        <p:spPr>
          <a:xfrm>
            <a:off x="1033016" y="2152949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3200" b="1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База данных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CEEFE935-3D4F-B091-A332-A04229AFE3C1}"/>
              </a:ext>
            </a:extLst>
          </p:cNvPr>
          <p:cNvSpPr txBox="1">
            <a:spLocks/>
          </p:cNvSpPr>
          <p:nvPr/>
        </p:nvSpPr>
        <p:spPr>
          <a:xfrm>
            <a:off x="1033016" y="3203395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Клиентская часть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DBD04748-3C7D-88F9-6156-7F1B7221A700}"/>
              </a:ext>
            </a:extLst>
          </p:cNvPr>
          <p:cNvSpPr txBox="1">
            <a:spLocks/>
          </p:cNvSpPr>
          <p:nvPr/>
        </p:nvSpPr>
        <p:spPr>
          <a:xfrm>
            <a:off x="1033016" y="4284832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Серверная часть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524D446B-23E1-4A8E-8270-3754EDF1E4E5}"/>
              </a:ext>
            </a:extLst>
          </p:cNvPr>
          <p:cNvSpPr txBox="1">
            <a:spLocks/>
          </p:cNvSpPr>
          <p:nvPr/>
        </p:nvSpPr>
        <p:spPr>
          <a:xfrm>
            <a:off x="1033016" y="5366270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Дополнительно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1A95B08-33B5-8411-2C48-F2E2272B3190}"/>
              </a:ext>
            </a:extLst>
          </p:cNvPr>
          <p:cNvSpPr/>
          <p:nvPr/>
        </p:nvSpPr>
        <p:spPr>
          <a:xfrm>
            <a:off x="469113" y="2210794"/>
            <a:ext cx="451412" cy="451412"/>
          </a:xfrm>
          <a:prstGeom prst="ellipse">
            <a:avLst/>
          </a:prstGeom>
          <a:solidFill>
            <a:srgbClr val="E869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BBEE108D-C61B-88DA-5F27-1A44C26F5446}"/>
              </a:ext>
            </a:extLst>
          </p:cNvPr>
          <p:cNvSpPr/>
          <p:nvPr/>
        </p:nvSpPr>
        <p:spPr>
          <a:xfrm>
            <a:off x="6591518" y="2561467"/>
            <a:ext cx="3103525" cy="959505"/>
          </a:xfrm>
          <a:custGeom>
            <a:avLst/>
            <a:gdLst>
              <a:gd name="connsiteX0" fmla="*/ 2962290 w 3103525"/>
              <a:gd name="connsiteY0" fmla="*/ 687535 h 959505"/>
              <a:gd name="connsiteX1" fmla="*/ 2605248 w 3103525"/>
              <a:gd name="connsiteY1" fmla="*/ 0 h 959505"/>
              <a:gd name="connsiteX2" fmla="*/ 498277 w 3103525"/>
              <a:gd name="connsiteY2" fmla="*/ 0 h 959505"/>
              <a:gd name="connsiteX3" fmla="*/ 141236 w 3103525"/>
              <a:gd name="connsiteY3" fmla="*/ 687535 h 959505"/>
              <a:gd name="connsiteX4" fmla="*/ 0 w 3103525"/>
              <a:gd name="connsiteY4" fmla="*/ 959505 h 959505"/>
              <a:gd name="connsiteX5" fmla="*/ 3103525 w 3103525"/>
              <a:gd name="connsiteY5" fmla="*/ 959505 h 959505"/>
              <a:gd name="connsiteX6" fmla="*/ 2962290 w 3103525"/>
              <a:gd name="connsiteY6" fmla="*/ 687535 h 95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3525" h="959505">
                <a:moveTo>
                  <a:pt x="2962290" y="687535"/>
                </a:moveTo>
                <a:lnTo>
                  <a:pt x="2605248" y="0"/>
                </a:lnTo>
                <a:lnTo>
                  <a:pt x="498277" y="0"/>
                </a:lnTo>
                <a:lnTo>
                  <a:pt x="141236" y="687535"/>
                </a:lnTo>
                <a:lnTo>
                  <a:pt x="0" y="959505"/>
                </a:lnTo>
                <a:lnTo>
                  <a:pt x="3103525" y="959505"/>
                </a:lnTo>
                <a:lnTo>
                  <a:pt x="2962290" y="687535"/>
                </a:lnTo>
                <a:close/>
              </a:path>
            </a:pathLst>
          </a:custGeom>
          <a:noFill/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" name="Полилиния: фигура 16">
            <a:extLst>
              <a:ext uri="{FF2B5EF4-FFF2-40B4-BE49-F238E27FC236}">
                <a16:creationId xmlns:a16="http://schemas.microsoft.com/office/drawing/2014/main" id="{B74D9C22-62FD-8250-41F9-56B2B2E32F84}"/>
              </a:ext>
            </a:extLst>
          </p:cNvPr>
          <p:cNvSpPr/>
          <p:nvPr/>
        </p:nvSpPr>
        <p:spPr>
          <a:xfrm>
            <a:off x="6817223" y="364601"/>
            <a:ext cx="2630179" cy="2335491"/>
          </a:xfrm>
          <a:custGeom>
            <a:avLst/>
            <a:gdLst>
              <a:gd name="connsiteX0" fmla="*/ 946762 w 1893406"/>
              <a:gd name="connsiteY0" fmla="*/ 0 h 1823201"/>
              <a:gd name="connsiteX1" fmla="*/ 0 w 1893406"/>
              <a:gd name="connsiteY1" fmla="*/ 1823202 h 1823201"/>
              <a:gd name="connsiteX2" fmla="*/ 1893406 w 1893406"/>
              <a:gd name="connsiteY2" fmla="*/ 1823202 h 1823201"/>
              <a:gd name="connsiteX3" fmla="*/ 946762 w 1893406"/>
              <a:gd name="connsiteY3" fmla="*/ 0 h 1823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3406" h="1823201">
                <a:moveTo>
                  <a:pt x="946762" y="0"/>
                </a:moveTo>
                <a:lnTo>
                  <a:pt x="0" y="1823202"/>
                </a:lnTo>
                <a:lnTo>
                  <a:pt x="1893406" y="1823202"/>
                </a:lnTo>
                <a:lnTo>
                  <a:pt x="946762" y="0"/>
                </a:lnTo>
                <a:close/>
              </a:path>
            </a:pathLst>
          </a:custGeom>
          <a:solidFill>
            <a:srgbClr val="E86926"/>
          </a:solidFill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Полилиния: фигура 19">
            <a:extLst>
              <a:ext uri="{FF2B5EF4-FFF2-40B4-BE49-F238E27FC236}">
                <a16:creationId xmlns:a16="http://schemas.microsoft.com/office/drawing/2014/main" id="{603807D6-C760-0CEA-9EC4-70C5A7B9B8D3}"/>
              </a:ext>
            </a:extLst>
          </p:cNvPr>
          <p:cNvSpPr/>
          <p:nvPr/>
        </p:nvSpPr>
        <p:spPr>
          <a:xfrm>
            <a:off x="5994954" y="3726631"/>
            <a:ext cx="4296653" cy="943104"/>
          </a:xfrm>
          <a:custGeom>
            <a:avLst/>
            <a:gdLst>
              <a:gd name="connsiteX0" fmla="*/ 3806871 w 4296653"/>
              <a:gd name="connsiteY0" fmla="*/ 0 h 943104"/>
              <a:gd name="connsiteX1" fmla="*/ 489782 w 4296653"/>
              <a:gd name="connsiteY1" fmla="*/ 0 h 943104"/>
              <a:gd name="connsiteX2" fmla="*/ 0 w 4296653"/>
              <a:gd name="connsiteY2" fmla="*/ 943105 h 943104"/>
              <a:gd name="connsiteX3" fmla="*/ 4296653 w 4296653"/>
              <a:gd name="connsiteY3" fmla="*/ 943105 h 943104"/>
              <a:gd name="connsiteX4" fmla="*/ 3806871 w 4296653"/>
              <a:gd name="connsiteY4" fmla="*/ 0 h 943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96653" h="943104">
                <a:moveTo>
                  <a:pt x="3806871" y="0"/>
                </a:moveTo>
                <a:lnTo>
                  <a:pt x="489782" y="0"/>
                </a:lnTo>
                <a:lnTo>
                  <a:pt x="0" y="943105"/>
                </a:lnTo>
                <a:lnTo>
                  <a:pt x="4296653" y="943105"/>
                </a:lnTo>
                <a:lnTo>
                  <a:pt x="3806871" y="0"/>
                </a:lnTo>
                <a:close/>
              </a:path>
            </a:pathLst>
          </a:custGeom>
          <a:noFill/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1" name="Полилиния: фигура 20">
            <a:extLst>
              <a:ext uri="{FF2B5EF4-FFF2-40B4-BE49-F238E27FC236}">
                <a16:creationId xmlns:a16="http://schemas.microsoft.com/office/drawing/2014/main" id="{1D9FA16A-ACF6-FEB1-C0BC-083EC642C9F2}"/>
              </a:ext>
            </a:extLst>
          </p:cNvPr>
          <p:cNvSpPr/>
          <p:nvPr/>
        </p:nvSpPr>
        <p:spPr>
          <a:xfrm>
            <a:off x="5322286" y="4908197"/>
            <a:ext cx="5642107" cy="1057084"/>
          </a:xfrm>
          <a:custGeom>
            <a:avLst/>
            <a:gdLst>
              <a:gd name="connsiteX0" fmla="*/ 5093094 w 5642107"/>
              <a:gd name="connsiteY0" fmla="*/ 0 h 1057084"/>
              <a:gd name="connsiteX1" fmla="*/ 548896 w 5642107"/>
              <a:gd name="connsiteY1" fmla="*/ 0 h 1057084"/>
              <a:gd name="connsiteX2" fmla="*/ 0 w 5642107"/>
              <a:gd name="connsiteY2" fmla="*/ 1057084 h 1057084"/>
              <a:gd name="connsiteX3" fmla="*/ 2821054 w 5642107"/>
              <a:gd name="connsiteY3" fmla="*/ 1057084 h 1057084"/>
              <a:gd name="connsiteX4" fmla="*/ 5642108 w 5642107"/>
              <a:gd name="connsiteY4" fmla="*/ 1057084 h 1057084"/>
              <a:gd name="connsiteX5" fmla="*/ 5093094 w 5642107"/>
              <a:gd name="connsiteY5" fmla="*/ 0 h 1057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42107" h="1057084">
                <a:moveTo>
                  <a:pt x="5093094" y="0"/>
                </a:moveTo>
                <a:lnTo>
                  <a:pt x="548896" y="0"/>
                </a:lnTo>
                <a:lnTo>
                  <a:pt x="0" y="1057084"/>
                </a:lnTo>
                <a:lnTo>
                  <a:pt x="2821054" y="1057084"/>
                </a:lnTo>
                <a:lnTo>
                  <a:pt x="5642108" y="1057084"/>
                </a:lnTo>
                <a:lnTo>
                  <a:pt x="5093094" y="0"/>
                </a:lnTo>
                <a:close/>
              </a:path>
            </a:pathLst>
          </a:custGeom>
          <a:noFill/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8E5C90-A8BB-0625-6761-99790BD44F6E}"/>
              </a:ext>
            </a:extLst>
          </p:cNvPr>
          <p:cNvSpPr txBox="1"/>
          <p:nvPr/>
        </p:nvSpPr>
        <p:spPr>
          <a:xfrm>
            <a:off x="7255828" y="1927213"/>
            <a:ext cx="18341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400" b="1" spc="0" baseline="0" dirty="0">
                <a:ln/>
                <a:solidFill>
                  <a:schemeClr val="bg1"/>
                </a:solidFill>
                <a:latin typeface="Century Gothic"/>
                <a:sym typeface="Century Gothic"/>
                <a:rtl val="0"/>
              </a:rPr>
              <a:t>PostgreSQL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61461B-37B0-D547-15A9-56990264D0D4}"/>
              </a:ext>
            </a:extLst>
          </p:cNvPr>
          <p:cNvSpPr txBox="1"/>
          <p:nvPr/>
        </p:nvSpPr>
        <p:spPr>
          <a:xfrm>
            <a:off x="5831891" y="5207917"/>
            <a:ext cx="4783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b="1" spc="0" baseline="0" dirty="0" err="1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Figma</a:t>
            </a:r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, Visual Studio Code, Adobe Photoshop,</a:t>
            </a:r>
          </a:p>
          <a:p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Adobe </a:t>
            </a:r>
            <a:r>
              <a:rPr lang="ru-RU" sz="1600" b="1" spc="0" baseline="0" dirty="0" err="1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Illustrator</a:t>
            </a:r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, Draw.io, </a:t>
            </a:r>
            <a:r>
              <a:rPr lang="ru-RU" sz="1600" b="1" spc="0" baseline="0" dirty="0" err="1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PgAdmin</a:t>
            </a:r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, </a:t>
            </a:r>
            <a:r>
              <a:rPr lang="ru-RU" sz="1600" b="1" spc="0" baseline="0" dirty="0" err="1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Insomnia</a:t>
            </a:r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1E84D6-F30E-2D23-D89C-5C8FBE89127E}"/>
              </a:ext>
            </a:extLst>
          </p:cNvPr>
          <p:cNvSpPr txBox="1"/>
          <p:nvPr/>
        </p:nvSpPr>
        <p:spPr>
          <a:xfrm>
            <a:off x="7053076" y="3045382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HTML, CSS, </a:t>
            </a:r>
            <a:r>
              <a:rPr lang="en-US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Python</a:t>
            </a:r>
            <a:endParaRPr lang="ru-RU" b="1" spc="0" baseline="0" dirty="0">
              <a:ln/>
              <a:solidFill>
                <a:srgbClr val="568599"/>
              </a:solidFill>
              <a:latin typeface="Century Gothic"/>
              <a:sym typeface="Century Gothic"/>
              <a:rtl val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4BD0FA-F774-4D83-8099-8F8B340A3AF9}"/>
              </a:ext>
            </a:extLst>
          </p:cNvPr>
          <p:cNvSpPr txBox="1"/>
          <p:nvPr/>
        </p:nvSpPr>
        <p:spPr>
          <a:xfrm>
            <a:off x="7646990" y="4049089"/>
            <a:ext cx="992579" cy="4962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625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Flask</a:t>
            </a:r>
            <a:endParaRPr lang="ru-RU" sz="2625" b="1" spc="0" baseline="0" dirty="0">
              <a:ln/>
              <a:solidFill>
                <a:srgbClr val="568599"/>
              </a:solidFill>
              <a:latin typeface="Century Gothic"/>
              <a:sym typeface="Century Gothic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3716642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64933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694819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0" y="1940203"/>
            <a:ext cx="405113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171" y="772411"/>
            <a:ext cx="5155583" cy="972727"/>
          </a:xfrm>
        </p:spPr>
        <p:txBody>
          <a:bodyPr>
            <a:noAutofit/>
          </a:bodyPr>
          <a:lstStyle/>
          <a:p>
            <a:pPr algn="l"/>
            <a:r>
              <a:rPr lang="ru-RU" sz="5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Средства разработки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318284-DC7A-22A1-3342-AEEE0C20A100}"/>
              </a:ext>
            </a:extLst>
          </p:cNvPr>
          <p:cNvSpPr txBox="1">
            <a:spLocks/>
          </p:cNvSpPr>
          <p:nvPr/>
        </p:nvSpPr>
        <p:spPr>
          <a:xfrm>
            <a:off x="1033016" y="2152949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База данных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CEEFE935-3D4F-B091-A332-A04229AFE3C1}"/>
              </a:ext>
            </a:extLst>
          </p:cNvPr>
          <p:cNvSpPr txBox="1">
            <a:spLocks/>
          </p:cNvSpPr>
          <p:nvPr/>
        </p:nvSpPr>
        <p:spPr>
          <a:xfrm>
            <a:off x="1033016" y="3203395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Клиентская часть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DBD04748-3C7D-88F9-6156-7F1B7221A700}"/>
              </a:ext>
            </a:extLst>
          </p:cNvPr>
          <p:cNvSpPr txBox="1">
            <a:spLocks/>
          </p:cNvSpPr>
          <p:nvPr/>
        </p:nvSpPr>
        <p:spPr>
          <a:xfrm>
            <a:off x="1033016" y="4284832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Серверная часть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524D446B-23E1-4A8E-8270-3754EDF1E4E5}"/>
              </a:ext>
            </a:extLst>
          </p:cNvPr>
          <p:cNvSpPr txBox="1">
            <a:spLocks/>
          </p:cNvSpPr>
          <p:nvPr/>
        </p:nvSpPr>
        <p:spPr>
          <a:xfrm>
            <a:off x="1033016" y="5366270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Дополнительно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1A95B08-33B5-8411-2C48-F2E2272B3190}"/>
              </a:ext>
            </a:extLst>
          </p:cNvPr>
          <p:cNvSpPr/>
          <p:nvPr/>
        </p:nvSpPr>
        <p:spPr>
          <a:xfrm>
            <a:off x="469113" y="3261240"/>
            <a:ext cx="451412" cy="451412"/>
          </a:xfrm>
          <a:prstGeom prst="ellipse">
            <a:avLst/>
          </a:prstGeom>
          <a:solidFill>
            <a:srgbClr val="E869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Полилиния: фигура 22">
            <a:extLst>
              <a:ext uri="{FF2B5EF4-FFF2-40B4-BE49-F238E27FC236}">
                <a16:creationId xmlns:a16="http://schemas.microsoft.com/office/drawing/2014/main" id="{81DAEAE0-2E20-50E0-95C6-C94FD894A824}"/>
              </a:ext>
            </a:extLst>
          </p:cNvPr>
          <p:cNvSpPr/>
          <p:nvPr/>
        </p:nvSpPr>
        <p:spPr>
          <a:xfrm>
            <a:off x="7196578" y="532725"/>
            <a:ext cx="1893406" cy="1823201"/>
          </a:xfrm>
          <a:custGeom>
            <a:avLst/>
            <a:gdLst>
              <a:gd name="connsiteX0" fmla="*/ 946762 w 1893406"/>
              <a:gd name="connsiteY0" fmla="*/ 0 h 1823201"/>
              <a:gd name="connsiteX1" fmla="*/ 0 w 1893406"/>
              <a:gd name="connsiteY1" fmla="*/ 1823202 h 1823201"/>
              <a:gd name="connsiteX2" fmla="*/ 1893406 w 1893406"/>
              <a:gd name="connsiteY2" fmla="*/ 1823202 h 1823201"/>
              <a:gd name="connsiteX3" fmla="*/ 946762 w 1893406"/>
              <a:gd name="connsiteY3" fmla="*/ 0 h 1823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3406" h="1823201">
                <a:moveTo>
                  <a:pt x="946762" y="0"/>
                </a:moveTo>
                <a:lnTo>
                  <a:pt x="0" y="1823202"/>
                </a:lnTo>
                <a:lnTo>
                  <a:pt x="1893406" y="1823202"/>
                </a:lnTo>
                <a:lnTo>
                  <a:pt x="946762" y="0"/>
                </a:lnTo>
                <a:close/>
              </a:path>
            </a:pathLst>
          </a:custGeom>
          <a:noFill/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Полилиния: фигура 24">
            <a:extLst>
              <a:ext uri="{FF2B5EF4-FFF2-40B4-BE49-F238E27FC236}">
                <a16:creationId xmlns:a16="http://schemas.microsoft.com/office/drawing/2014/main" id="{97794836-1E78-A6B7-F265-0698A28EEE79}"/>
              </a:ext>
            </a:extLst>
          </p:cNvPr>
          <p:cNvSpPr/>
          <p:nvPr/>
        </p:nvSpPr>
        <p:spPr>
          <a:xfrm>
            <a:off x="5994954" y="3726631"/>
            <a:ext cx="4296653" cy="943104"/>
          </a:xfrm>
          <a:custGeom>
            <a:avLst/>
            <a:gdLst>
              <a:gd name="connsiteX0" fmla="*/ 3806871 w 4296653"/>
              <a:gd name="connsiteY0" fmla="*/ 0 h 943104"/>
              <a:gd name="connsiteX1" fmla="*/ 489782 w 4296653"/>
              <a:gd name="connsiteY1" fmla="*/ 0 h 943104"/>
              <a:gd name="connsiteX2" fmla="*/ 0 w 4296653"/>
              <a:gd name="connsiteY2" fmla="*/ 943105 h 943104"/>
              <a:gd name="connsiteX3" fmla="*/ 4296653 w 4296653"/>
              <a:gd name="connsiteY3" fmla="*/ 943105 h 943104"/>
              <a:gd name="connsiteX4" fmla="*/ 3806871 w 4296653"/>
              <a:gd name="connsiteY4" fmla="*/ 0 h 943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96653" h="943104">
                <a:moveTo>
                  <a:pt x="3806871" y="0"/>
                </a:moveTo>
                <a:lnTo>
                  <a:pt x="489782" y="0"/>
                </a:lnTo>
                <a:lnTo>
                  <a:pt x="0" y="943105"/>
                </a:lnTo>
                <a:lnTo>
                  <a:pt x="4296653" y="943105"/>
                </a:lnTo>
                <a:lnTo>
                  <a:pt x="3806871" y="0"/>
                </a:lnTo>
                <a:close/>
              </a:path>
            </a:pathLst>
          </a:custGeom>
          <a:noFill/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Полилиния: фигура 23">
            <a:extLst>
              <a:ext uri="{FF2B5EF4-FFF2-40B4-BE49-F238E27FC236}">
                <a16:creationId xmlns:a16="http://schemas.microsoft.com/office/drawing/2014/main" id="{747A2FCB-308A-3E69-8212-41138948D13D}"/>
              </a:ext>
            </a:extLst>
          </p:cNvPr>
          <p:cNvSpPr/>
          <p:nvPr/>
        </p:nvSpPr>
        <p:spPr>
          <a:xfrm>
            <a:off x="6220659" y="2355926"/>
            <a:ext cx="3837741" cy="1453258"/>
          </a:xfrm>
          <a:custGeom>
            <a:avLst/>
            <a:gdLst>
              <a:gd name="connsiteX0" fmla="*/ 2962290 w 3103525"/>
              <a:gd name="connsiteY0" fmla="*/ 687535 h 959505"/>
              <a:gd name="connsiteX1" fmla="*/ 2605248 w 3103525"/>
              <a:gd name="connsiteY1" fmla="*/ 0 h 959505"/>
              <a:gd name="connsiteX2" fmla="*/ 498277 w 3103525"/>
              <a:gd name="connsiteY2" fmla="*/ 0 h 959505"/>
              <a:gd name="connsiteX3" fmla="*/ 141236 w 3103525"/>
              <a:gd name="connsiteY3" fmla="*/ 687535 h 959505"/>
              <a:gd name="connsiteX4" fmla="*/ 0 w 3103525"/>
              <a:gd name="connsiteY4" fmla="*/ 959505 h 959505"/>
              <a:gd name="connsiteX5" fmla="*/ 3103525 w 3103525"/>
              <a:gd name="connsiteY5" fmla="*/ 959505 h 959505"/>
              <a:gd name="connsiteX6" fmla="*/ 2962290 w 3103525"/>
              <a:gd name="connsiteY6" fmla="*/ 687535 h 95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3525" h="959505">
                <a:moveTo>
                  <a:pt x="2962290" y="687535"/>
                </a:moveTo>
                <a:lnTo>
                  <a:pt x="2605248" y="0"/>
                </a:lnTo>
                <a:lnTo>
                  <a:pt x="498277" y="0"/>
                </a:lnTo>
                <a:lnTo>
                  <a:pt x="141236" y="687535"/>
                </a:lnTo>
                <a:lnTo>
                  <a:pt x="0" y="959505"/>
                </a:lnTo>
                <a:lnTo>
                  <a:pt x="3103525" y="959505"/>
                </a:lnTo>
                <a:lnTo>
                  <a:pt x="2962290" y="687535"/>
                </a:lnTo>
                <a:close/>
              </a:path>
            </a:pathLst>
          </a:custGeom>
          <a:solidFill>
            <a:srgbClr val="E86926"/>
          </a:solidFill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6" name="Полилиния: фигура 25">
            <a:extLst>
              <a:ext uri="{FF2B5EF4-FFF2-40B4-BE49-F238E27FC236}">
                <a16:creationId xmlns:a16="http://schemas.microsoft.com/office/drawing/2014/main" id="{804FAAAF-6B25-2A78-0A9D-5078B0F50DDC}"/>
              </a:ext>
            </a:extLst>
          </p:cNvPr>
          <p:cNvSpPr/>
          <p:nvPr/>
        </p:nvSpPr>
        <p:spPr>
          <a:xfrm>
            <a:off x="5322286" y="4908197"/>
            <a:ext cx="5642107" cy="1057084"/>
          </a:xfrm>
          <a:custGeom>
            <a:avLst/>
            <a:gdLst>
              <a:gd name="connsiteX0" fmla="*/ 5093094 w 5642107"/>
              <a:gd name="connsiteY0" fmla="*/ 0 h 1057084"/>
              <a:gd name="connsiteX1" fmla="*/ 548896 w 5642107"/>
              <a:gd name="connsiteY1" fmla="*/ 0 h 1057084"/>
              <a:gd name="connsiteX2" fmla="*/ 0 w 5642107"/>
              <a:gd name="connsiteY2" fmla="*/ 1057084 h 1057084"/>
              <a:gd name="connsiteX3" fmla="*/ 2821054 w 5642107"/>
              <a:gd name="connsiteY3" fmla="*/ 1057084 h 1057084"/>
              <a:gd name="connsiteX4" fmla="*/ 5642108 w 5642107"/>
              <a:gd name="connsiteY4" fmla="*/ 1057084 h 1057084"/>
              <a:gd name="connsiteX5" fmla="*/ 5093094 w 5642107"/>
              <a:gd name="connsiteY5" fmla="*/ 0 h 1057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42107" h="1057084">
                <a:moveTo>
                  <a:pt x="5093094" y="0"/>
                </a:moveTo>
                <a:lnTo>
                  <a:pt x="548896" y="0"/>
                </a:lnTo>
                <a:lnTo>
                  <a:pt x="0" y="1057084"/>
                </a:lnTo>
                <a:lnTo>
                  <a:pt x="2821054" y="1057084"/>
                </a:lnTo>
                <a:lnTo>
                  <a:pt x="5642108" y="1057084"/>
                </a:lnTo>
                <a:lnTo>
                  <a:pt x="5093094" y="0"/>
                </a:lnTo>
                <a:close/>
              </a:path>
            </a:pathLst>
          </a:custGeom>
          <a:noFill/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199D45-6F64-6B13-EAE9-11C484F4262E}"/>
              </a:ext>
            </a:extLst>
          </p:cNvPr>
          <p:cNvSpPr txBox="1"/>
          <p:nvPr/>
        </p:nvSpPr>
        <p:spPr>
          <a:xfrm>
            <a:off x="7443334" y="191356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PostgreSQL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22A079-7CBF-2488-B5F2-7B653BC81667}"/>
              </a:ext>
            </a:extLst>
          </p:cNvPr>
          <p:cNvSpPr txBox="1"/>
          <p:nvPr/>
        </p:nvSpPr>
        <p:spPr>
          <a:xfrm>
            <a:off x="6936315" y="3061185"/>
            <a:ext cx="24064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2000" b="1" spc="0" baseline="0" dirty="0">
                <a:ln/>
                <a:solidFill>
                  <a:schemeClr val="bg1"/>
                </a:solidFill>
                <a:latin typeface="Century Gothic"/>
                <a:sym typeface="Century Gothic"/>
                <a:rtl val="0"/>
              </a:rPr>
              <a:t>HTML, CSS, </a:t>
            </a:r>
            <a:r>
              <a:rPr lang="en-US" sz="2000" b="1" spc="0" baseline="0" dirty="0">
                <a:ln/>
                <a:solidFill>
                  <a:schemeClr val="bg1"/>
                </a:solidFill>
                <a:latin typeface="Century Gothic"/>
                <a:sym typeface="Century Gothic"/>
                <a:rtl val="0"/>
              </a:rPr>
              <a:t>Python</a:t>
            </a:r>
            <a:endParaRPr lang="ru-RU" sz="2000" b="1" spc="0" baseline="0" dirty="0">
              <a:ln/>
              <a:solidFill>
                <a:schemeClr val="bg1"/>
              </a:solidFill>
              <a:latin typeface="Century Gothic"/>
              <a:sym typeface="Century Gothic"/>
              <a:rtl val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E5B413-805E-AE80-3FC1-E11FE123E2C1}"/>
              </a:ext>
            </a:extLst>
          </p:cNvPr>
          <p:cNvSpPr txBox="1"/>
          <p:nvPr/>
        </p:nvSpPr>
        <p:spPr>
          <a:xfrm>
            <a:off x="7643239" y="4047646"/>
            <a:ext cx="992579" cy="4962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625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Flask</a:t>
            </a:r>
            <a:endParaRPr lang="ru-RU" sz="2625" b="1" spc="0" baseline="0" dirty="0">
              <a:ln/>
              <a:solidFill>
                <a:srgbClr val="568599"/>
              </a:solidFill>
              <a:latin typeface="Century Gothic"/>
              <a:sym typeface="Century Gothic"/>
              <a:rtl val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8D5E33-73ED-F37F-0F66-FE040C2B42D7}"/>
              </a:ext>
            </a:extLst>
          </p:cNvPr>
          <p:cNvSpPr txBox="1"/>
          <p:nvPr/>
        </p:nvSpPr>
        <p:spPr>
          <a:xfrm>
            <a:off x="5831891" y="5207917"/>
            <a:ext cx="4783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b="1" spc="0" baseline="0" dirty="0" err="1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Figma</a:t>
            </a:r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, Visual Studio Code, Adobe Photoshop,</a:t>
            </a:r>
          </a:p>
          <a:p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Adobe </a:t>
            </a:r>
            <a:r>
              <a:rPr lang="ru-RU" sz="1600" b="1" spc="0" baseline="0" dirty="0" err="1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Illustrator</a:t>
            </a:r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, Draw.io, </a:t>
            </a:r>
            <a:r>
              <a:rPr lang="ru-RU" sz="1600" b="1" spc="0" baseline="0" dirty="0" err="1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PgAdmin</a:t>
            </a:r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, </a:t>
            </a:r>
            <a:r>
              <a:rPr lang="ru-RU" sz="1600" b="1" spc="0" baseline="0" dirty="0" err="1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Insomnia</a:t>
            </a:r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09162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64933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694819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0" y="1940203"/>
            <a:ext cx="405113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171" y="772411"/>
            <a:ext cx="5155583" cy="972727"/>
          </a:xfrm>
        </p:spPr>
        <p:txBody>
          <a:bodyPr>
            <a:noAutofit/>
          </a:bodyPr>
          <a:lstStyle/>
          <a:p>
            <a:pPr algn="l"/>
            <a:r>
              <a:rPr lang="ru-RU" sz="5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Средства разработки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318284-DC7A-22A1-3342-AEEE0C20A100}"/>
              </a:ext>
            </a:extLst>
          </p:cNvPr>
          <p:cNvSpPr txBox="1">
            <a:spLocks/>
          </p:cNvSpPr>
          <p:nvPr/>
        </p:nvSpPr>
        <p:spPr>
          <a:xfrm>
            <a:off x="1033016" y="2152949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База данных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CEEFE935-3D4F-B091-A332-A04229AFE3C1}"/>
              </a:ext>
            </a:extLst>
          </p:cNvPr>
          <p:cNvSpPr txBox="1">
            <a:spLocks/>
          </p:cNvSpPr>
          <p:nvPr/>
        </p:nvSpPr>
        <p:spPr>
          <a:xfrm>
            <a:off x="1033016" y="3203395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Клиентская часть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DBD04748-3C7D-88F9-6156-7F1B7221A700}"/>
              </a:ext>
            </a:extLst>
          </p:cNvPr>
          <p:cNvSpPr txBox="1">
            <a:spLocks/>
          </p:cNvSpPr>
          <p:nvPr/>
        </p:nvSpPr>
        <p:spPr>
          <a:xfrm>
            <a:off x="1033016" y="4284832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Серверная часть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524D446B-23E1-4A8E-8270-3754EDF1E4E5}"/>
              </a:ext>
            </a:extLst>
          </p:cNvPr>
          <p:cNvSpPr txBox="1">
            <a:spLocks/>
          </p:cNvSpPr>
          <p:nvPr/>
        </p:nvSpPr>
        <p:spPr>
          <a:xfrm>
            <a:off x="1033016" y="5366270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Дополнительно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1A95B08-33B5-8411-2C48-F2E2272B3190}"/>
              </a:ext>
            </a:extLst>
          </p:cNvPr>
          <p:cNvSpPr/>
          <p:nvPr/>
        </p:nvSpPr>
        <p:spPr>
          <a:xfrm>
            <a:off x="469113" y="4342677"/>
            <a:ext cx="451412" cy="451412"/>
          </a:xfrm>
          <a:prstGeom prst="ellipse">
            <a:avLst/>
          </a:prstGeom>
          <a:solidFill>
            <a:srgbClr val="E869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B10585F0-FF7F-2C54-FF93-E9651C2DC1BA}"/>
              </a:ext>
            </a:extLst>
          </p:cNvPr>
          <p:cNvSpPr/>
          <p:nvPr/>
        </p:nvSpPr>
        <p:spPr>
          <a:xfrm>
            <a:off x="7196578" y="532725"/>
            <a:ext cx="1893406" cy="1823201"/>
          </a:xfrm>
          <a:custGeom>
            <a:avLst/>
            <a:gdLst>
              <a:gd name="connsiteX0" fmla="*/ 946762 w 1893406"/>
              <a:gd name="connsiteY0" fmla="*/ 0 h 1823201"/>
              <a:gd name="connsiteX1" fmla="*/ 0 w 1893406"/>
              <a:gd name="connsiteY1" fmla="*/ 1823202 h 1823201"/>
              <a:gd name="connsiteX2" fmla="*/ 1893406 w 1893406"/>
              <a:gd name="connsiteY2" fmla="*/ 1823202 h 1823201"/>
              <a:gd name="connsiteX3" fmla="*/ 946762 w 1893406"/>
              <a:gd name="connsiteY3" fmla="*/ 0 h 1823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3406" h="1823201">
                <a:moveTo>
                  <a:pt x="946762" y="0"/>
                </a:moveTo>
                <a:lnTo>
                  <a:pt x="0" y="1823202"/>
                </a:lnTo>
                <a:lnTo>
                  <a:pt x="1893406" y="1823202"/>
                </a:lnTo>
                <a:lnTo>
                  <a:pt x="946762" y="0"/>
                </a:lnTo>
                <a:close/>
              </a:path>
            </a:pathLst>
          </a:custGeom>
          <a:noFill/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C09148B1-9E6B-86A1-366E-24FD8DA46700}"/>
              </a:ext>
            </a:extLst>
          </p:cNvPr>
          <p:cNvSpPr/>
          <p:nvPr/>
        </p:nvSpPr>
        <p:spPr>
          <a:xfrm>
            <a:off x="6591518" y="2561467"/>
            <a:ext cx="3103525" cy="959505"/>
          </a:xfrm>
          <a:custGeom>
            <a:avLst/>
            <a:gdLst>
              <a:gd name="connsiteX0" fmla="*/ 2962290 w 3103525"/>
              <a:gd name="connsiteY0" fmla="*/ 687535 h 959505"/>
              <a:gd name="connsiteX1" fmla="*/ 2605248 w 3103525"/>
              <a:gd name="connsiteY1" fmla="*/ 0 h 959505"/>
              <a:gd name="connsiteX2" fmla="*/ 498277 w 3103525"/>
              <a:gd name="connsiteY2" fmla="*/ 0 h 959505"/>
              <a:gd name="connsiteX3" fmla="*/ 141236 w 3103525"/>
              <a:gd name="connsiteY3" fmla="*/ 687535 h 959505"/>
              <a:gd name="connsiteX4" fmla="*/ 0 w 3103525"/>
              <a:gd name="connsiteY4" fmla="*/ 959505 h 959505"/>
              <a:gd name="connsiteX5" fmla="*/ 3103525 w 3103525"/>
              <a:gd name="connsiteY5" fmla="*/ 959505 h 959505"/>
              <a:gd name="connsiteX6" fmla="*/ 2962290 w 3103525"/>
              <a:gd name="connsiteY6" fmla="*/ 687535 h 95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3525" h="959505">
                <a:moveTo>
                  <a:pt x="2962290" y="687535"/>
                </a:moveTo>
                <a:lnTo>
                  <a:pt x="2605248" y="0"/>
                </a:lnTo>
                <a:lnTo>
                  <a:pt x="498277" y="0"/>
                </a:lnTo>
                <a:lnTo>
                  <a:pt x="141236" y="687535"/>
                </a:lnTo>
                <a:lnTo>
                  <a:pt x="0" y="959505"/>
                </a:lnTo>
                <a:lnTo>
                  <a:pt x="3103525" y="959505"/>
                </a:lnTo>
                <a:lnTo>
                  <a:pt x="2962290" y="687535"/>
                </a:lnTo>
                <a:close/>
              </a:path>
            </a:pathLst>
          </a:custGeom>
          <a:noFill/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614E3815-4C82-0E1B-55D2-AD1E40C1E26B}"/>
              </a:ext>
            </a:extLst>
          </p:cNvPr>
          <p:cNvSpPr/>
          <p:nvPr/>
        </p:nvSpPr>
        <p:spPr>
          <a:xfrm>
            <a:off x="5322286" y="4908197"/>
            <a:ext cx="5642107" cy="1057084"/>
          </a:xfrm>
          <a:custGeom>
            <a:avLst/>
            <a:gdLst>
              <a:gd name="connsiteX0" fmla="*/ 5093094 w 5642107"/>
              <a:gd name="connsiteY0" fmla="*/ 0 h 1057084"/>
              <a:gd name="connsiteX1" fmla="*/ 548896 w 5642107"/>
              <a:gd name="connsiteY1" fmla="*/ 0 h 1057084"/>
              <a:gd name="connsiteX2" fmla="*/ 0 w 5642107"/>
              <a:gd name="connsiteY2" fmla="*/ 1057084 h 1057084"/>
              <a:gd name="connsiteX3" fmla="*/ 2821054 w 5642107"/>
              <a:gd name="connsiteY3" fmla="*/ 1057084 h 1057084"/>
              <a:gd name="connsiteX4" fmla="*/ 5642108 w 5642107"/>
              <a:gd name="connsiteY4" fmla="*/ 1057084 h 1057084"/>
              <a:gd name="connsiteX5" fmla="*/ 5093094 w 5642107"/>
              <a:gd name="connsiteY5" fmla="*/ 0 h 1057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42107" h="1057084">
                <a:moveTo>
                  <a:pt x="5093094" y="0"/>
                </a:moveTo>
                <a:lnTo>
                  <a:pt x="548896" y="0"/>
                </a:lnTo>
                <a:lnTo>
                  <a:pt x="0" y="1057084"/>
                </a:lnTo>
                <a:lnTo>
                  <a:pt x="2821054" y="1057084"/>
                </a:lnTo>
                <a:lnTo>
                  <a:pt x="5642108" y="1057084"/>
                </a:lnTo>
                <a:lnTo>
                  <a:pt x="5093094" y="0"/>
                </a:lnTo>
                <a:close/>
              </a:path>
            </a:pathLst>
          </a:custGeom>
          <a:noFill/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7CEB8019-934A-3AD4-5F28-E69DCA797F0F}"/>
              </a:ext>
            </a:extLst>
          </p:cNvPr>
          <p:cNvSpPr/>
          <p:nvPr/>
        </p:nvSpPr>
        <p:spPr>
          <a:xfrm>
            <a:off x="5600483" y="3520972"/>
            <a:ext cx="5117674" cy="1484824"/>
          </a:xfrm>
          <a:custGeom>
            <a:avLst/>
            <a:gdLst>
              <a:gd name="connsiteX0" fmla="*/ 3806871 w 4296653"/>
              <a:gd name="connsiteY0" fmla="*/ 0 h 943104"/>
              <a:gd name="connsiteX1" fmla="*/ 489782 w 4296653"/>
              <a:gd name="connsiteY1" fmla="*/ 0 h 943104"/>
              <a:gd name="connsiteX2" fmla="*/ 0 w 4296653"/>
              <a:gd name="connsiteY2" fmla="*/ 943105 h 943104"/>
              <a:gd name="connsiteX3" fmla="*/ 4296653 w 4296653"/>
              <a:gd name="connsiteY3" fmla="*/ 943105 h 943104"/>
              <a:gd name="connsiteX4" fmla="*/ 3806871 w 4296653"/>
              <a:gd name="connsiteY4" fmla="*/ 0 h 943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96653" h="943104">
                <a:moveTo>
                  <a:pt x="3806871" y="0"/>
                </a:moveTo>
                <a:lnTo>
                  <a:pt x="489782" y="0"/>
                </a:lnTo>
                <a:lnTo>
                  <a:pt x="0" y="943105"/>
                </a:lnTo>
                <a:lnTo>
                  <a:pt x="4296653" y="943105"/>
                </a:lnTo>
                <a:lnTo>
                  <a:pt x="3806871" y="0"/>
                </a:lnTo>
                <a:close/>
              </a:path>
            </a:pathLst>
          </a:custGeom>
          <a:solidFill>
            <a:srgbClr val="E86926"/>
          </a:solidFill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2DBDEC-8B34-B769-94E8-17EEC73F70E5}"/>
              </a:ext>
            </a:extLst>
          </p:cNvPr>
          <p:cNvSpPr txBox="1"/>
          <p:nvPr/>
        </p:nvSpPr>
        <p:spPr>
          <a:xfrm>
            <a:off x="7443334" y="191356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PostgreSQL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EDFAB2-5EC4-821C-55A4-88223F7FF0F3}"/>
              </a:ext>
            </a:extLst>
          </p:cNvPr>
          <p:cNvSpPr txBox="1"/>
          <p:nvPr/>
        </p:nvSpPr>
        <p:spPr>
          <a:xfrm>
            <a:off x="7053077" y="3041219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HTML, CSS, </a:t>
            </a:r>
            <a:r>
              <a:rPr lang="en-US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Python</a:t>
            </a:r>
            <a:endParaRPr lang="ru-RU" b="1" spc="0" baseline="0" dirty="0">
              <a:ln/>
              <a:solidFill>
                <a:srgbClr val="568599"/>
              </a:solidFill>
              <a:latin typeface="Century Gothic"/>
              <a:sym typeface="Century Gothic"/>
              <a:rtl val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CE6E83-462C-CECE-0C54-72DB009D6434}"/>
              </a:ext>
            </a:extLst>
          </p:cNvPr>
          <p:cNvSpPr txBox="1"/>
          <p:nvPr/>
        </p:nvSpPr>
        <p:spPr>
          <a:xfrm>
            <a:off x="7568368" y="4004708"/>
            <a:ext cx="11705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200" b="1" spc="0" baseline="0" dirty="0">
                <a:ln/>
                <a:solidFill>
                  <a:schemeClr val="bg1"/>
                </a:solidFill>
                <a:latin typeface="Century Gothic"/>
                <a:sym typeface="Century Gothic"/>
                <a:rtl val="0"/>
              </a:rPr>
              <a:t>Flask</a:t>
            </a:r>
            <a:endParaRPr lang="ru-RU" sz="3200" b="1" spc="0" baseline="0" dirty="0">
              <a:ln/>
              <a:solidFill>
                <a:schemeClr val="bg1"/>
              </a:solidFill>
              <a:latin typeface="Century Gothic"/>
              <a:sym typeface="Century Gothic"/>
              <a:rtl val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D8E1FA-4174-E4AC-8BBD-3CAE18B56318}"/>
              </a:ext>
            </a:extLst>
          </p:cNvPr>
          <p:cNvSpPr txBox="1"/>
          <p:nvPr/>
        </p:nvSpPr>
        <p:spPr>
          <a:xfrm>
            <a:off x="5831891" y="5207917"/>
            <a:ext cx="4783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1600" b="1" spc="0" baseline="0" dirty="0" err="1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Figma</a:t>
            </a:r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, Visual Studio Code, Adobe Photoshop,</a:t>
            </a:r>
          </a:p>
          <a:p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Adobe </a:t>
            </a:r>
            <a:r>
              <a:rPr lang="ru-RU" sz="1600" b="1" spc="0" baseline="0" dirty="0" err="1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Illustrator</a:t>
            </a:r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, Draw.io, </a:t>
            </a:r>
            <a:r>
              <a:rPr lang="ru-RU" sz="1600" b="1" spc="0" baseline="0" dirty="0" err="1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PgAdmin</a:t>
            </a:r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, </a:t>
            </a:r>
            <a:r>
              <a:rPr lang="ru-RU" sz="1600" b="1" spc="0" baseline="0" dirty="0" err="1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Insomnia</a:t>
            </a:r>
            <a:r>
              <a:rPr lang="ru-RU" sz="1600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30412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64933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694819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0" y="1940203"/>
            <a:ext cx="405113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3171" y="772411"/>
            <a:ext cx="5155583" cy="972727"/>
          </a:xfrm>
        </p:spPr>
        <p:txBody>
          <a:bodyPr>
            <a:noAutofit/>
          </a:bodyPr>
          <a:lstStyle/>
          <a:p>
            <a:pPr algn="l"/>
            <a:r>
              <a:rPr lang="ru-RU" sz="54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Средства разработки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10318284-DC7A-22A1-3342-AEEE0C20A100}"/>
              </a:ext>
            </a:extLst>
          </p:cNvPr>
          <p:cNvSpPr txBox="1">
            <a:spLocks/>
          </p:cNvSpPr>
          <p:nvPr/>
        </p:nvSpPr>
        <p:spPr>
          <a:xfrm>
            <a:off x="1033016" y="2152949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База данных</a:t>
            </a:r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CEEFE935-3D4F-B091-A332-A04229AFE3C1}"/>
              </a:ext>
            </a:extLst>
          </p:cNvPr>
          <p:cNvSpPr txBox="1">
            <a:spLocks/>
          </p:cNvSpPr>
          <p:nvPr/>
        </p:nvSpPr>
        <p:spPr>
          <a:xfrm>
            <a:off x="1033016" y="3203395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Клиентская часть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DBD04748-3C7D-88F9-6156-7F1B7221A700}"/>
              </a:ext>
            </a:extLst>
          </p:cNvPr>
          <p:cNvSpPr txBox="1">
            <a:spLocks/>
          </p:cNvSpPr>
          <p:nvPr/>
        </p:nvSpPr>
        <p:spPr>
          <a:xfrm>
            <a:off x="1033016" y="4284832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Серверная часть</a:t>
            </a: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524D446B-23E1-4A8E-8270-3754EDF1E4E5}"/>
              </a:ext>
            </a:extLst>
          </p:cNvPr>
          <p:cNvSpPr txBox="1">
            <a:spLocks/>
          </p:cNvSpPr>
          <p:nvPr/>
        </p:nvSpPr>
        <p:spPr>
          <a:xfrm>
            <a:off x="1033016" y="5366270"/>
            <a:ext cx="3940044" cy="5671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ru-RU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Дополнительно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41A95B08-33B5-8411-2C48-F2E2272B3190}"/>
              </a:ext>
            </a:extLst>
          </p:cNvPr>
          <p:cNvSpPr/>
          <p:nvPr/>
        </p:nvSpPr>
        <p:spPr>
          <a:xfrm>
            <a:off x="469113" y="5446960"/>
            <a:ext cx="451412" cy="451412"/>
          </a:xfrm>
          <a:prstGeom prst="ellipse">
            <a:avLst/>
          </a:prstGeom>
          <a:solidFill>
            <a:srgbClr val="E869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0826467A-400D-6C5E-E191-C556CB78700C}"/>
              </a:ext>
            </a:extLst>
          </p:cNvPr>
          <p:cNvSpPr/>
          <p:nvPr/>
        </p:nvSpPr>
        <p:spPr>
          <a:xfrm>
            <a:off x="7196578" y="532725"/>
            <a:ext cx="1893406" cy="1823201"/>
          </a:xfrm>
          <a:custGeom>
            <a:avLst/>
            <a:gdLst>
              <a:gd name="connsiteX0" fmla="*/ 946762 w 1893406"/>
              <a:gd name="connsiteY0" fmla="*/ 0 h 1823201"/>
              <a:gd name="connsiteX1" fmla="*/ 0 w 1893406"/>
              <a:gd name="connsiteY1" fmla="*/ 1823202 h 1823201"/>
              <a:gd name="connsiteX2" fmla="*/ 1893406 w 1893406"/>
              <a:gd name="connsiteY2" fmla="*/ 1823202 h 1823201"/>
              <a:gd name="connsiteX3" fmla="*/ 946762 w 1893406"/>
              <a:gd name="connsiteY3" fmla="*/ 0 h 18232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93406" h="1823201">
                <a:moveTo>
                  <a:pt x="946762" y="0"/>
                </a:moveTo>
                <a:lnTo>
                  <a:pt x="0" y="1823202"/>
                </a:lnTo>
                <a:lnTo>
                  <a:pt x="1893406" y="1823202"/>
                </a:lnTo>
                <a:lnTo>
                  <a:pt x="946762" y="0"/>
                </a:lnTo>
                <a:close/>
              </a:path>
            </a:pathLst>
          </a:custGeom>
          <a:noFill/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" name="Полилиния: фигура 2">
            <a:extLst>
              <a:ext uri="{FF2B5EF4-FFF2-40B4-BE49-F238E27FC236}">
                <a16:creationId xmlns:a16="http://schemas.microsoft.com/office/drawing/2014/main" id="{DD85663F-52A6-9E7E-9F5E-ADE1EBBD1881}"/>
              </a:ext>
            </a:extLst>
          </p:cNvPr>
          <p:cNvSpPr/>
          <p:nvPr/>
        </p:nvSpPr>
        <p:spPr>
          <a:xfrm>
            <a:off x="6591518" y="2561467"/>
            <a:ext cx="3103525" cy="959505"/>
          </a:xfrm>
          <a:custGeom>
            <a:avLst/>
            <a:gdLst>
              <a:gd name="connsiteX0" fmla="*/ 2962290 w 3103525"/>
              <a:gd name="connsiteY0" fmla="*/ 687535 h 959505"/>
              <a:gd name="connsiteX1" fmla="*/ 2605248 w 3103525"/>
              <a:gd name="connsiteY1" fmla="*/ 0 h 959505"/>
              <a:gd name="connsiteX2" fmla="*/ 498277 w 3103525"/>
              <a:gd name="connsiteY2" fmla="*/ 0 h 959505"/>
              <a:gd name="connsiteX3" fmla="*/ 141236 w 3103525"/>
              <a:gd name="connsiteY3" fmla="*/ 687535 h 959505"/>
              <a:gd name="connsiteX4" fmla="*/ 0 w 3103525"/>
              <a:gd name="connsiteY4" fmla="*/ 959505 h 959505"/>
              <a:gd name="connsiteX5" fmla="*/ 3103525 w 3103525"/>
              <a:gd name="connsiteY5" fmla="*/ 959505 h 959505"/>
              <a:gd name="connsiteX6" fmla="*/ 2962290 w 3103525"/>
              <a:gd name="connsiteY6" fmla="*/ 687535 h 95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03525" h="959505">
                <a:moveTo>
                  <a:pt x="2962290" y="687535"/>
                </a:moveTo>
                <a:lnTo>
                  <a:pt x="2605248" y="0"/>
                </a:lnTo>
                <a:lnTo>
                  <a:pt x="498277" y="0"/>
                </a:lnTo>
                <a:lnTo>
                  <a:pt x="141236" y="687535"/>
                </a:lnTo>
                <a:lnTo>
                  <a:pt x="0" y="959505"/>
                </a:lnTo>
                <a:lnTo>
                  <a:pt x="3103525" y="959505"/>
                </a:lnTo>
                <a:lnTo>
                  <a:pt x="2962290" y="687535"/>
                </a:lnTo>
                <a:close/>
              </a:path>
            </a:pathLst>
          </a:custGeom>
          <a:noFill/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8108D725-1C98-2246-16BA-092A41299C3E}"/>
              </a:ext>
            </a:extLst>
          </p:cNvPr>
          <p:cNvSpPr/>
          <p:nvPr/>
        </p:nvSpPr>
        <p:spPr>
          <a:xfrm>
            <a:off x="5994954" y="3726631"/>
            <a:ext cx="4296653" cy="943104"/>
          </a:xfrm>
          <a:custGeom>
            <a:avLst/>
            <a:gdLst>
              <a:gd name="connsiteX0" fmla="*/ 3806871 w 4296653"/>
              <a:gd name="connsiteY0" fmla="*/ 0 h 943104"/>
              <a:gd name="connsiteX1" fmla="*/ 489782 w 4296653"/>
              <a:gd name="connsiteY1" fmla="*/ 0 h 943104"/>
              <a:gd name="connsiteX2" fmla="*/ 0 w 4296653"/>
              <a:gd name="connsiteY2" fmla="*/ 943105 h 943104"/>
              <a:gd name="connsiteX3" fmla="*/ 4296653 w 4296653"/>
              <a:gd name="connsiteY3" fmla="*/ 943105 h 943104"/>
              <a:gd name="connsiteX4" fmla="*/ 3806871 w 4296653"/>
              <a:gd name="connsiteY4" fmla="*/ 0 h 943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96653" h="943104">
                <a:moveTo>
                  <a:pt x="3806871" y="0"/>
                </a:moveTo>
                <a:lnTo>
                  <a:pt x="489782" y="0"/>
                </a:lnTo>
                <a:lnTo>
                  <a:pt x="0" y="943105"/>
                </a:lnTo>
                <a:lnTo>
                  <a:pt x="4296653" y="943105"/>
                </a:lnTo>
                <a:lnTo>
                  <a:pt x="3806871" y="0"/>
                </a:lnTo>
                <a:close/>
              </a:path>
            </a:pathLst>
          </a:custGeom>
          <a:noFill/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0863301D-DA75-273A-1B2C-2CA94CBDCC20}"/>
              </a:ext>
            </a:extLst>
          </p:cNvPr>
          <p:cNvSpPr/>
          <p:nvPr/>
        </p:nvSpPr>
        <p:spPr>
          <a:xfrm>
            <a:off x="5085551" y="4669735"/>
            <a:ext cx="6211340" cy="1446544"/>
          </a:xfrm>
          <a:custGeom>
            <a:avLst/>
            <a:gdLst>
              <a:gd name="connsiteX0" fmla="*/ 5093094 w 5642107"/>
              <a:gd name="connsiteY0" fmla="*/ 0 h 1057084"/>
              <a:gd name="connsiteX1" fmla="*/ 548896 w 5642107"/>
              <a:gd name="connsiteY1" fmla="*/ 0 h 1057084"/>
              <a:gd name="connsiteX2" fmla="*/ 0 w 5642107"/>
              <a:gd name="connsiteY2" fmla="*/ 1057084 h 1057084"/>
              <a:gd name="connsiteX3" fmla="*/ 2821054 w 5642107"/>
              <a:gd name="connsiteY3" fmla="*/ 1057084 h 1057084"/>
              <a:gd name="connsiteX4" fmla="*/ 5642108 w 5642107"/>
              <a:gd name="connsiteY4" fmla="*/ 1057084 h 1057084"/>
              <a:gd name="connsiteX5" fmla="*/ 5093094 w 5642107"/>
              <a:gd name="connsiteY5" fmla="*/ 0 h 1057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642107" h="1057084">
                <a:moveTo>
                  <a:pt x="5093094" y="0"/>
                </a:moveTo>
                <a:lnTo>
                  <a:pt x="548896" y="0"/>
                </a:lnTo>
                <a:lnTo>
                  <a:pt x="0" y="1057084"/>
                </a:lnTo>
                <a:lnTo>
                  <a:pt x="2821054" y="1057084"/>
                </a:lnTo>
                <a:lnTo>
                  <a:pt x="5642108" y="1057084"/>
                </a:lnTo>
                <a:lnTo>
                  <a:pt x="5093094" y="0"/>
                </a:lnTo>
                <a:close/>
              </a:path>
            </a:pathLst>
          </a:custGeom>
          <a:solidFill>
            <a:srgbClr val="E86926"/>
          </a:solidFill>
          <a:ln w="58992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6B1AE6-6B64-560C-F435-24A42A17CB89}"/>
              </a:ext>
            </a:extLst>
          </p:cNvPr>
          <p:cNvSpPr txBox="1"/>
          <p:nvPr/>
        </p:nvSpPr>
        <p:spPr>
          <a:xfrm>
            <a:off x="7443334" y="1913562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PostgreSQL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ACEFC9-4CC4-6248-AE06-56FC7A689F15}"/>
              </a:ext>
            </a:extLst>
          </p:cNvPr>
          <p:cNvSpPr txBox="1"/>
          <p:nvPr/>
        </p:nvSpPr>
        <p:spPr>
          <a:xfrm>
            <a:off x="5580138" y="5207491"/>
            <a:ext cx="53383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b="1" spc="0" baseline="0" dirty="0" err="1">
                <a:ln/>
                <a:solidFill>
                  <a:schemeClr val="bg1"/>
                </a:solidFill>
                <a:latin typeface="Century Gothic"/>
                <a:sym typeface="Century Gothic"/>
                <a:rtl val="0"/>
              </a:rPr>
              <a:t>Figma</a:t>
            </a:r>
            <a:r>
              <a:rPr lang="ru-RU" b="1" spc="0" baseline="0" dirty="0">
                <a:ln/>
                <a:solidFill>
                  <a:schemeClr val="bg1"/>
                </a:solidFill>
                <a:latin typeface="Century Gothic"/>
                <a:sym typeface="Century Gothic"/>
                <a:rtl val="0"/>
              </a:rPr>
              <a:t>, Visual Studio Code, Adobe Photoshop,</a:t>
            </a:r>
          </a:p>
          <a:p>
            <a:r>
              <a:rPr lang="ru-RU" b="1" spc="0" baseline="0" dirty="0">
                <a:ln/>
                <a:solidFill>
                  <a:schemeClr val="bg1"/>
                </a:solidFill>
                <a:latin typeface="Century Gothic"/>
                <a:sym typeface="Century Gothic"/>
                <a:rtl val="0"/>
              </a:rPr>
              <a:t>Adobe </a:t>
            </a:r>
            <a:r>
              <a:rPr lang="ru-RU" b="1" spc="0" baseline="0" dirty="0" err="1">
                <a:ln/>
                <a:solidFill>
                  <a:schemeClr val="bg1"/>
                </a:solidFill>
                <a:latin typeface="Century Gothic"/>
                <a:sym typeface="Century Gothic"/>
                <a:rtl val="0"/>
              </a:rPr>
              <a:t>Illustrator</a:t>
            </a:r>
            <a:r>
              <a:rPr lang="ru-RU" b="1" spc="0" baseline="0" dirty="0">
                <a:ln/>
                <a:solidFill>
                  <a:schemeClr val="bg1"/>
                </a:solidFill>
                <a:latin typeface="Century Gothic"/>
                <a:sym typeface="Century Gothic"/>
                <a:rtl val="0"/>
              </a:rPr>
              <a:t>, Draw.io, </a:t>
            </a:r>
            <a:r>
              <a:rPr lang="ru-RU" b="1" spc="0" baseline="0" dirty="0" err="1">
                <a:ln/>
                <a:solidFill>
                  <a:schemeClr val="bg1"/>
                </a:solidFill>
                <a:latin typeface="Century Gothic"/>
                <a:sym typeface="Century Gothic"/>
                <a:rtl val="0"/>
              </a:rPr>
              <a:t>PgAdmin</a:t>
            </a:r>
            <a:r>
              <a:rPr lang="ru-RU" b="1" spc="0" baseline="0" dirty="0">
                <a:ln/>
                <a:solidFill>
                  <a:schemeClr val="bg1"/>
                </a:solidFill>
                <a:latin typeface="Century Gothic"/>
                <a:sym typeface="Century Gothic"/>
                <a:rtl val="0"/>
              </a:rPr>
              <a:t>, </a:t>
            </a:r>
            <a:r>
              <a:rPr lang="ru-RU" b="1" spc="0" baseline="0" dirty="0" err="1">
                <a:ln/>
                <a:solidFill>
                  <a:schemeClr val="bg1"/>
                </a:solidFill>
                <a:latin typeface="Century Gothic"/>
                <a:sym typeface="Century Gothic"/>
                <a:rtl val="0"/>
              </a:rPr>
              <a:t>Insomnia</a:t>
            </a:r>
            <a:r>
              <a:rPr lang="ru-RU" b="1" spc="0" baseline="0" dirty="0">
                <a:ln/>
                <a:solidFill>
                  <a:schemeClr val="bg1"/>
                </a:solidFill>
                <a:latin typeface="Century Gothic"/>
                <a:sym typeface="Century Gothic"/>
                <a:rtl val="0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99140F-FAF3-3A8C-C3CA-346040822DF6}"/>
              </a:ext>
            </a:extLst>
          </p:cNvPr>
          <p:cNvSpPr txBox="1"/>
          <p:nvPr/>
        </p:nvSpPr>
        <p:spPr>
          <a:xfrm>
            <a:off x="7053076" y="3045382"/>
            <a:ext cx="2180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HTML, CSS, </a:t>
            </a:r>
            <a:r>
              <a:rPr lang="en-US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Python</a:t>
            </a:r>
            <a:endParaRPr lang="ru-RU" b="1" spc="0" baseline="0" dirty="0">
              <a:ln/>
              <a:solidFill>
                <a:srgbClr val="568599"/>
              </a:solidFill>
              <a:latin typeface="Century Gothic"/>
              <a:sym typeface="Century Gothic"/>
              <a:rtl val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0AA75D-3ED6-D0AD-B852-C681F339A2DB}"/>
              </a:ext>
            </a:extLst>
          </p:cNvPr>
          <p:cNvSpPr txBox="1"/>
          <p:nvPr/>
        </p:nvSpPr>
        <p:spPr>
          <a:xfrm>
            <a:off x="7646990" y="4049089"/>
            <a:ext cx="992579" cy="4962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625" b="1" spc="0" baseline="0" dirty="0">
                <a:ln/>
                <a:solidFill>
                  <a:srgbClr val="568599"/>
                </a:solidFill>
                <a:latin typeface="Century Gothic"/>
                <a:sym typeface="Century Gothic"/>
                <a:rtl val="0"/>
              </a:rPr>
              <a:t>Flask</a:t>
            </a:r>
            <a:endParaRPr lang="ru-RU" sz="2625" b="1" spc="0" baseline="0" dirty="0">
              <a:ln/>
              <a:solidFill>
                <a:srgbClr val="568599"/>
              </a:solidFill>
              <a:latin typeface="Century Gothic"/>
              <a:sym typeface="Century Gothic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24076947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995A5BCD-9101-CEC2-C94A-6DCEA0CBD310}"/>
              </a:ext>
            </a:extLst>
          </p:cNvPr>
          <p:cNvCxnSpPr>
            <a:cxnSpLocks/>
          </p:cNvCxnSpPr>
          <p:nvPr/>
        </p:nvCxnSpPr>
        <p:spPr>
          <a:xfrm flipV="1">
            <a:off x="6263640" y="2871979"/>
            <a:ext cx="1036653" cy="132104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5684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8105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25638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6153" y="204421"/>
            <a:ext cx="6966076" cy="972727"/>
          </a:xfrm>
        </p:spPr>
        <p:txBody>
          <a:bodyPr>
            <a:noAutofit/>
          </a:bodyPr>
          <a:lstStyle/>
          <a:p>
            <a:pPr algn="l"/>
            <a:r>
              <a:rPr lang="ru-RU" sz="66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Тестирование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BFCB2C07-522C-98EF-94F1-A538AF14C1BB}"/>
              </a:ext>
            </a:extLst>
          </p:cNvPr>
          <p:cNvSpPr txBox="1">
            <a:spLocks/>
          </p:cNvSpPr>
          <p:nvPr/>
        </p:nvSpPr>
        <p:spPr>
          <a:xfrm>
            <a:off x="628612" y="1348027"/>
            <a:ext cx="3996428" cy="1765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sz="18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Тестирование проводилось методом «чёрного ящика» с использованием ручного и функционального видов тестирования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705" y="5731007"/>
            <a:ext cx="9680295" cy="1126994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1AAC137-E246-D2EA-77C9-16C84E8FC10D}"/>
              </a:ext>
            </a:extLst>
          </p:cNvPr>
          <p:cNvGrpSpPr/>
          <p:nvPr/>
        </p:nvGrpSpPr>
        <p:grpSpPr>
          <a:xfrm>
            <a:off x="12308506" y="1215633"/>
            <a:ext cx="6629905" cy="881870"/>
            <a:chOff x="3606466" y="1378859"/>
            <a:chExt cx="6629905" cy="881870"/>
          </a:xfrm>
        </p:grpSpPr>
        <p:sp>
          <p:nvSpPr>
            <p:cNvPr id="3" name="Подзаголовок 2">
              <a:extLst>
                <a:ext uri="{FF2B5EF4-FFF2-40B4-BE49-F238E27FC236}">
                  <a16:creationId xmlns:a16="http://schemas.microsoft.com/office/drawing/2014/main" id="{88B45B10-1B01-F601-03FD-3BB41222B4F7}"/>
                </a:ext>
              </a:extLst>
            </p:cNvPr>
            <p:cNvSpPr txBox="1">
              <a:spLocks/>
            </p:cNvSpPr>
            <p:nvPr/>
          </p:nvSpPr>
          <p:spPr>
            <a:xfrm>
              <a:off x="4352082" y="1535618"/>
              <a:ext cx="5884289" cy="568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Интуитивно понятный интерфейс</a:t>
              </a:r>
            </a:p>
          </p:txBody>
        </p:sp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58ED28C3-5469-9B75-117E-034B4DA307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1378859"/>
              <a:ext cx="455633" cy="881870"/>
            </a:xfrm>
            <a:prstGeom prst="rect">
              <a:avLst/>
            </a:prstGeom>
          </p:spPr>
        </p:pic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9D528693-85B8-A679-0AE0-9CFE32D5E8D7}"/>
              </a:ext>
            </a:extLst>
          </p:cNvPr>
          <p:cNvGrpSpPr/>
          <p:nvPr/>
        </p:nvGrpSpPr>
        <p:grpSpPr>
          <a:xfrm>
            <a:off x="12308506" y="1829831"/>
            <a:ext cx="7973667" cy="881870"/>
            <a:chOff x="3606466" y="1979245"/>
            <a:chExt cx="7973667" cy="881870"/>
          </a:xfrm>
        </p:grpSpPr>
        <p:sp>
          <p:nvSpPr>
            <p:cNvPr id="7" name="Подзаголовок 2">
              <a:extLst>
                <a:ext uri="{FF2B5EF4-FFF2-40B4-BE49-F238E27FC236}">
                  <a16:creationId xmlns:a16="http://schemas.microsoft.com/office/drawing/2014/main" id="{64E22949-3473-5161-EC65-F8B6615F3C7C}"/>
                </a:ext>
              </a:extLst>
            </p:cNvPr>
            <p:cNvSpPr txBox="1">
              <a:spLocks/>
            </p:cNvSpPr>
            <p:nvPr/>
          </p:nvSpPr>
          <p:spPr>
            <a:xfrm>
              <a:off x="4313500" y="2059217"/>
              <a:ext cx="7266633" cy="72192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Стабильна и надёжная работа приложения</a:t>
              </a:r>
            </a:p>
          </p:txBody>
        </p:sp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6E56ACC5-8FBC-B26A-7036-80C0F0339F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1979245"/>
              <a:ext cx="455633" cy="881870"/>
            </a:xfrm>
            <a:prstGeom prst="rect">
              <a:avLst/>
            </a:prstGeom>
          </p:spPr>
        </p:pic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DCC73187-937F-CAB3-19D3-9D2B8799D219}"/>
              </a:ext>
            </a:extLst>
          </p:cNvPr>
          <p:cNvGrpSpPr/>
          <p:nvPr/>
        </p:nvGrpSpPr>
        <p:grpSpPr>
          <a:xfrm>
            <a:off x="12308506" y="2503361"/>
            <a:ext cx="7609984" cy="881870"/>
            <a:chOff x="3606466" y="2499199"/>
            <a:chExt cx="7609984" cy="881870"/>
          </a:xfrm>
        </p:grpSpPr>
        <p:sp>
          <p:nvSpPr>
            <p:cNvPr id="14" name="Подзаголовок 2">
              <a:extLst>
                <a:ext uri="{FF2B5EF4-FFF2-40B4-BE49-F238E27FC236}">
                  <a16:creationId xmlns:a16="http://schemas.microsoft.com/office/drawing/2014/main" id="{9C105D3C-1B12-1F92-CAB0-6B3E9C505D30}"/>
                </a:ext>
              </a:extLst>
            </p:cNvPr>
            <p:cNvSpPr txBox="1">
              <a:spLocks/>
            </p:cNvSpPr>
            <p:nvPr/>
          </p:nvSpPr>
          <p:spPr>
            <a:xfrm>
              <a:off x="4313500" y="2655958"/>
              <a:ext cx="6902950" cy="568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Простой процесс авторизации</a:t>
              </a:r>
            </a:p>
          </p:txBody>
        </p:sp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EB1D0488-FAB4-BE5C-55FE-989ED636A7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2499199"/>
              <a:ext cx="455633" cy="881870"/>
            </a:xfrm>
            <a:prstGeom prst="rect">
              <a:avLst/>
            </a:prstGeom>
          </p:spPr>
        </p:pic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96937DD-C84E-4F02-1DDD-4CBCBEE90EE6}"/>
              </a:ext>
            </a:extLst>
          </p:cNvPr>
          <p:cNvGrpSpPr/>
          <p:nvPr/>
        </p:nvGrpSpPr>
        <p:grpSpPr>
          <a:xfrm>
            <a:off x="12308506" y="3173541"/>
            <a:ext cx="8271089" cy="888570"/>
            <a:chOff x="3606466" y="3104960"/>
            <a:chExt cx="8271089" cy="888570"/>
          </a:xfrm>
        </p:grpSpPr>
        <p:sp>
          <p:nvSpPr>
            <p:cNvPr id="17" name="Подзаголовок 2">
              <a:extLst>
                <a:ext uri="{FF2B5EF4-FFF2-40B4-BE49-F238E27FC236}">
                  <a16:creationId xmlns:a16="http://schemas.microsoft.com/office/drawing/2014/main" id="{974DE8BC-9EE6-A9A0-DD31-C7ED14D2686C}"/>
                </a:ext>
              </a:extLst>
            </p:cNvPr>
            <p:cNvSpPr txBox="1">
              <a:spLocks/>
            </p:cNvSpPr>
            <p:nvPr/>
          </p:nvSpPr>
          <p:spPr>
            <a:xfrm>
              <a:off x="4313500" y="3104960"/>
              <a:ext cx="7564055" cy="8885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Удобная система отслеживания выданных книг</a:t>
              </a:r>
            </a:p>
          </p:txBody>
        </p: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E33104AF-3A6D-C396-EFBD-871FA50E71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3108310"/>
              <a:ext cx="455633" cy="881870"/>
            </a:xfrm>
            <a:prstGeom prst="rect">
              <a:avLst/>
            </a:prstGeom>
          </p:spPr>
        </p:pic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93F7E77F-2455-C3AD-6938-8E2C2E293944}"/>
              </a:ext>
            </a:extLst>
          </p:cNvPr>
          <p:cNvGrpSpPr/>
          <p:nvPr/>
        </p:nvGrpSpPr>
        <p:grpSpPr>
          <a:xfrm>
            <a:off x="12308506" y="3874111"/>
            <a:ext cx="8309670" cy="888570"/>
            <a:chOff x="3606466" y="3669682"/>
            <a:chExt cx="8309670" cy="888570"/>
          </a:xfrm>
        </p:grpSpPr>
        <p:sp>
          <p:nvSpPr>
            <p:cNvPr id="22" name="Подзаголовок 2">
              <a:extLst>
                <a:ext uri="{FF2B5EF4-FFF2-40B4-BE49-F238E27FC236}">
                  <a16:creationId xmlns:a16="http://schemas.microsoft.com/office/drawing/2014/main" id="{C864EA63-C3BA-1296-ACFB-D23E3D974F0A}"/>
                </a:ext>
              </a:extLst>
            </p:cNvPr>
            <p:cNvSpPr txBox="1">
              <a:spLocks/>
            </p:cNvSpPr>
            <p:nvPr/>
          </p:nvSpPr>
          <p:spPr>
            <a:xfrm>
              <a:off x="4352081" y="3669682"/>
              <a:ext cx="7564055" cy="8885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Удобная система отслеживания выданных книг</a:t>
              </a:r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1A8DA971-AB4A-261A-5DC5-993F50FAD8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3673032"/>
              <a:ext cx="455633" cy="881870"/>
            </a:xfrm>
            <a:prstGeom prst="rect">
              <a:avLst/>
            </a:prstGeom>
          </p:spPr>
        </p:pic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B6DC5B2A-0D1C-7311-08E6-A0717ECE457B}"/>
              </a:ext>
            </a:extLst>
          </p:cNvPr>
          <p:cNvGrpSpPr/>
          <p:nvPr/>
        </p:nvGrpSpPr>
        <p:grpSpPr>
          <a:xfrm>
            <a:off x="12308506" y="4597272"/>
            <a:ext cx="8309671" cy="888570"/>
            <a:chOff x="3606466" y="4241505"/>
            <a:chExt cx="8309671" cy="888570"/>
          </a:xfrm>
        </p:grpSpPr>
        <p:sp>
          <p:nvSpPr>
            <p:cNvPr id="25" name="Подзаголовок 2">
              <a:extLst>
                <a:ext uri="{FF2B5EF4-FFF2-40B4-BE49-F238E27FC236}">
                  <a16:creationId xmlns:a16="http://schemas.microsoft.com/office/drawing/2014/main" id="{7ABF1DA7-089D-9114-338F-E50E11E596E3}"/>
                </a:ext>
              </a:extLst>
            </p:cNvPr>
            <p:cNvSpPr txBox="1">
              <a:spLocks/>
            </p:cNvSpPr>
            <p:nvPr/>
          </p:nvSpPr>
          <p:spPr>
            <a:xfrm>
              <a:off x="4352082" y="4241505"/>
              <a:ext cx="7564055" cy="8885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Можно добавлять новых читателей</a:t>
              </a:r>
            </a:p>
          </p:txBody>
        </p:sp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1FE82173-8370-756E-479C-7C2D6C2C0B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4244855"/>
              <a:ext cx="455633" cy="881870"/>
            </a:xfrm>
            <a:prstGeom prst="rect">
              <a:avLst/>
            </a:prstGeom>
          </p:spPr>
        </p:pic>
      </p:grp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432C92AB-2501-0B87-733B-870E33F01FAC}"/>
              </a:ext>
            </a:extLst>
          </p:cNvPr>
          <p:cNvCxnSpPr>
            <a:cxnSpLocks/>
          </p:cNvCxnSpPr>
          <p:nvPr/>
        </p:nvCxnSpPr>
        <p:spPr>
          <a:xfrm>
            <a:off x="810566" y="2744637"/>
            <a:ext cx="420957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7C387D70-F2CA-77C2-64C2-4618FCFDF5FC}"/>
              </a:ext>
            </a:extLst>
          </p:cNvPr>
          <p:cNvSpPr/>
          <p:nvPr/>
        </p:nvSpPr>
        <p:spPr>
          <a:xfrm>
            <a:off x="1025141" y="3411560"/>
            <a:ext cx="3644214" cy="475983"/>
          </a:xfrm>
          <a:prstGeom prst="roundRect">
            <a:avLst>
              <a:gd name="adj" fmla="val 50000"/>
            </a:avLst>
          </a:prstGeom>
          <a:noFill/>
          <a:ln w="57150">
            <a:solidFill>
              <a:srgbClr val="5685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Подзаголовок 2">
            <a:extLst>
              <a:ext uri="{FF2B5EF4-FFF2-40B4-BE49-F238E27FC236}">
                <a16:creationId xmlns:a16="http://schemas.microsoft.com/office/drawing/2014/main" id="{36252096-F053-03FA-20D4-A800F223A8D3}"/>
              </a:ext>
            </a:extLst>
          </p:cNvPr>
          <p:cNvSpPr txBox="1">
            <a:spLocks/>
          </p:cNvSpPr>
          <p:nvPr/>
        </p:nvSpPr>
        <p:spPr>
          <a:xfrm>
            <a:off x="749765" y="2929082"/>
            <a:ext cx="3644217" cy="482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Покрытие тестов </a:t>
            </a:r>
            <a:r>
              <a:rPr lang="ru-RU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–</a:t>
            </a:r>
            <a:endParaRPr lang="ru-RU" dirty="0">
              <a:solidFill>
                <a:schemeClr val="bg1"/>
              </a:solidFill>
              <a:latin typeface="Century Gothic" panose="020B0502020202020204" pitchFamily="34" charset="0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32" name="Подзаголовок 2">
            <a:extLst>
              <a:ext uri="{FF2B5EF4-FFF2-40B4-BE49-F238E27FC236}">
                <a16:creationId xmlns:a16="http://schemas.microsoft.com/office/drawing/2014/main" id="{7868B988-B770-FF61-23AA-CF5E0247B917}"/>
              </a:ext>
            </a:extLst>
          </p:cNvPr>
          <p:cNvSpPr txBox="1">
            <a:spLocks/>
          </p:cNvSpPr>
          <p:nvPr/>
        </p:nvSpPr>
        <p:spPr>
          <a:xfrm>
            <a:off x="980823" y="4011349"/>
            <a:ext cx="3644217" cy="813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Успешное прохождение тестов</a:t>
            </a:r>
            <a:r>
              <a:rPr lang="ru-RU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–</a:t>
            </a:r>
            <a:endParaRPr lang="ru-RU" dirty="0">
              <a:solidFill>
                <a:schemeClr val="bg1"/>
              </a:solidFill>
              <a:latin typeface="Century Gothic" panose="020B0502020202020204" pitchFamily="34" charset="0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4FC7323B-783C-710D-A488-D5FC0B711A3B}"/>
              </a:ext>
            </a:extLst>
          </p:cNvPr>
          <p:cNvSpPr/>
          <p:nvPr/>
        </p:nvSpPr>
        <p:spPr>
          <a:xfrm>
            <a:off x="1025891" y="4836618"/>
            <a:ext cx="3644214" cy="475983"/>
          </a:xfrm>
          <a:prstGeom prst="roundRect">
            <a:avLst>
              <a:gd name="adj" fmla="val 50000"/>
            </a:avLst>
          </a:prstGeom>
          <a:noFill/>
          <a:ln w="57150">
            <a:solidFill>
              <a:srgbClr val="5685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A4CBFE07-C754-B93E-AE10-CB49304C7D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496" y="3985940"/>
            <a:ext cx="1254363" cy="867303"/>
          </a:xfrm>
          <a:prstGeom prst="rect">
            <a:avLst/>
          </a:prstGeom>
        </p:spPr>
      </p:pic>
      <p:sp>
        <p:nvSpPr>
          <p:cNvPr id="40" name="Подзаголовок 2">
            <a:extLst>
              <a:ext uri="{FF2B5EF4-FFF2-40B4-BE49-F238E27FC236}">
                <a16:creationId xmlns:a16="http://schemas.microsoft.com/office/drawing/2014/main" id="{0AFD9CE2-61D2-B6F1-C518-65AF7CEA898A}"/>
              </a:ext>
            </a:extLst>
          </p:cNvPr>
          <p:cNvSpPr txBox="1">
            <a:spLocks/>
          </p:cNvSpPr>
          <p:nvPr/>
        </p:nvSpPr>
        <p:spPr>
          <a:xfrm>
            <a:off x="4951453" y="4901206"/>
            <a:ext cx="1722449" cy="408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sz="16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Тестировщик</a:t>
            </a:r>
            <a:endParaRPr lang="ru-RU" dirty="0">
              <a:solidFill>
                <a:schemeClr val="bg1">
                  <a:lumMod val="10000"/>
                  <a:lumOff val="90000"/>
                </a:schemeClr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BE245EC1-B13E-B482-2D2F-95525AD2F0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087" y="1979505"/>
            <a:ext cx="934701" cy="934701"/>
          </a:xfrm>
          <a:prstGeom prst="rect">
            <a:avLst/>
          </a:prstGeom>
        </p:spPr>
      </p:pic>
      <p:sp>
        <p:nvSpPr>
          <p:cNvPr id="43" name="Подзаголовок 2">
            <a:extLst>
              <a:ext uri="{FF2B5EF4-FFF2-40B4-BE49-F238E27FC236}">
                <a16:creationId xmlns:a16="http://schemas.microsoft.com/office/drawing/2014/main" id="{C5D5C5B1-B5C1-16F0-204C-3A5BCF4E6AC2}"/>
              </a:ext>
            </a:extLst>
          </p:cNvPr>
          <p:cNvSpPr txBox="1">
            <a:spLocks/>
          </p:cNvSpPr>
          <p:nvPr/>
        </p:nvSpPr>
        <p:spPr>
          <a:xfrm>
            <a:off x="6842213" y="1571339"/>
            <a:ext cx="1722449" cy="408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sz="16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Интерфейс</a:t>
            </a:r>
            <a:endParaRPr lang="ru-RU" dirty="0">
              <a:solidFill>
                <a:schemeClr val="bg1">
                  <a:lumMod val="10000"/>
                  <a:lumOff val="90000"/>
                </a:schemeClr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743DF52E-C89A-389A-D430-2E99A2D0AA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860" y="1689307"/>
            <a:ext cx="735696" cy="841879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4C4EB6DA-C618-3348-80E6-1BEF034521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855" y="3582846"/>
            <a:ext cx="934701" cy="656608"/>
          </a:xfrm>
          <a:prstGeom prst="rect">
            <a:avLst/>
          </a:prstGeom>
        </p:spPr>
      </p:pic>
      <p:sp>
        <p:nvSpPr>
          <p:cNvPr id="49" name="Подзаголовок 2">
            <a:extLst>
              <a:ext uri="{FF2B5EF4-FFF2-40B4-BE49-F238E27FC236}">
                <a16:creationId xmlns:a16="http://schemas.microsoft.com/office/drawing/2014/main" id="{FAC6AADD-063E-ECF7-7ECC-C6855950769D}"/>
              </a:ext>
            </a:extLst>
          </p:cNvPr>
          <p:cNvSpPr txBox="1">
            <a:spLocks/>
          </p:cNvSpPr>
          <p:nvPr/>
        </p:nvSpPr>
        <p:spPr>
          <a:xfrm>
            <a:off x="8863484" y="1345013"/>
            <a:ext cx="1722449" cy="408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sz="16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База данных</a:t>
            </a:r>
            <a:endParaRPr lang="ru-RU" dirty="0">
              <a:solidFill>
                <a:schemeClr val="bg1">
                  <a:lumMod val="10000"/>
                  <a:lumOff val="90000"/>
                </a:schemeClr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50" name="Подзаголовок 2">
            <a:extLst>
              <a:ext uri="{FF2B5EF4-FFF2-40B4-BE49-F238E27FC236}">
                <a16:creationId xmlns:a16="http://schemas.microsoft.com/office/drawing/2014/main" id="{98E88438-8626-0BA6-E821-5EEC3DA70AF1}"/>
              </a:ext>
            </a:extLst>
          </p:cNvPr>
          <p:cNvSpPr txBox="1">
            <a:spLocks/>
          </p:cNvSpPr>
          <p:nvPr/>
        </p:nvSpPr>
        <p:spPr>
          <a:xfrm>
            <a:off x="8763981" y="4233208"/>
            <a:ext cx="1722449" cy="408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sz="16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Система</a:t>
            </a:r>
            <a:endParaRPr lang="ru-RU" dirty="0">
              <a:solidFill>
                <a:schemeClr val="bg1">
                  <a:lumMod val="10000"/>
                  <a:lumOff val="90000"/>
                </a:schemeClr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51" name="Подзаголовок 2">
            <a:extLst>
              <a:ext uri="{FF2B5EF4-FFF2-40B4-BE49-F238E27FC236}">
                <a16:creationId xmlns:a16="http://schemas.microsoft.com/office/drawing/2014/main" id="{D04152FF-E1AE-5800-1523-1A20E9E6E5AD}"/>
              </a:ext>
            </a:extLst>
          </p:cNvPr>
          <p:cNvSpPr txBox="1">
            <a:spLocks/>
          </p:cNvSpPr>
          <p:nvPr/>
        </p:nvSpPr>
        <p:spPr>
          <a:xfrm>
            <a:off x="5354754" y="2931975"/>
            <a:ext cx="1810241" cy="803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sz="12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Тестирование функций через интерфейс</a:t>
            </a:r>
            <a:endParaRPr lang="ru-RU" sz="1800" dirty="0">
              <a:solidFill>
                <a:schemeClr val="bg1">
                  <a:lumMod val="10000"/>
                  <a:lumOff val="90000"/>
                </a:schemeClr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8ECAB72F-7948-44C2-0078-5AA70C487C1C}"/>
              </a:ext>
            </a:extLst>
          </p:cNvPr>
          <p:cNvCxnSpPr>
            <a:cxnSpLocks/>
          </p:cNvCxnSpPr>
          <p:nvPr/>
        </p:nvCxnSpPr>
        <p:spPr>
          <a:xfrm flipH="1" flipV="1">
            <a:off x="8133172" y="2871979"/>
            <a:ext cx="1163228" cy="77206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0459FD5C-71B2-018B-6C9F-95B7FB824051}"/>
              </a:ext>
            </a:extLst>
          </p:cNvPr>
          <p:cNvCxnSpPr>
            <a:cxnSpLocks/>
          </p:cNvCxnSpPr>
          <p:nvPr/>
        </p:nvCxnSpPr>
        <p:spPr>
          <a:xfrm flipH="1">
            <a:off x="8153400" y="2249934"/>
            <a:ext cx="1230630" cy="32639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Подзаголовок 2">
            <a:extLst>
              <a:ext uri="{FF2B5EF4-FFF2-40B4-BE49-F238E27FC236}">
                <a16:creationId xmlns:a16="http://schemas.microsoft.com/office/drawing/2014/main" id="{A23581FB-A1B9-CC59-1965-FF8D03441EED}"/>
              </a:ext>
            </a:extLst>
          </p:cNvPr>
          <p:cNvSpPr txBox="1">
            <a:spLocks/>
          </p:cNvSpPr>
          <p:nvPr/>
        </p:nvSpPr>
        <p:spPr>
          <a:xfrm>
            <a:off x="8644167" y="2729019"/>
            <a:ext cx="2137668" cy="803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lvl="0"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Проверка реакции в системе или изменений в базе данных</a:t>
            </a:r>
          </a:p>
        </p:txBody>
      </p:sp>
      <p:sp>
        <p:nvSpPr>
          <p:cNvPr id="76" name="Прямоугольник: скругленные углы 75">
            <a:extLst>
              <a:ext uri="{FF2B5EF4-FFF2-40B4-BE49-F238E27FC236}">
                <a16:creationId xmlns:a16="http://schemas.microsoft.com/office/drawing/2014/main" id="{70580A9C-3811-01C0-A325-74F56D0F82E7}"/>
              </a:ext>
            </a:extLst>
          </p:cNvPr>
          <p:cNvSpPr/>
          <p:nvPr/>
        </p:nvSpPr>
        <p:spPr>
          <a:xfrm>
            <a:off x="1025140" y="3411560"/>
            <a:ext cx="834831" cy="475983"/>
          </a:xfrm>
          <a:prstGeom prst="roundRect">
            <a:avLst>
              <a:gd name="adj" fmla="val 50000"/>
            </a:avLst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углы 76">
            <a:extLst>
              <a:ext uri="{FF2B5EF4-FFF2-40B4-BE49-F238E27FC236}">
                <a16:creationId xmlns:a16="http://schemas.microsoft.com/office/drawing/2014/main" id="{6401E997-AEAE-83FF-4F42-04692187393B}"/>
              </a:ext>
            </a:extLst>
          </p:cNvPr>
          <p:cNvSpPr/>
          <p:nvPr/>
        </p:nvSpPr>
        <p:spPr>
          <a:xfrm>
            <a:off x="1025140" y="4837176"/>
            <a:ext cx="834831" cy="475983"/>
          </a:xfrm>
          <a:prstGeom prst="roundRect">
            <a:avLst>
              <a:gd name="adj" fmla="val 50000"/>
            </a:avLst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одзаголовок 2">
            <a:extLst>
              <a:ext uri="{FF2B5EF4-FFF2-40B4-BE49-F238E27FC236}">
                <a16:creationId xmlns:a16="http://schemas.microsoft.com/office/drawing/2014/main" id="{FA48F245-4F0E-9591-D917-59426B47A98B}"/>
              </a:ext>
            </a:extLst>
          </p:cNvPr>
          <p:cNvSpPr txBox="1">
            <a:spLocks/>
          </p:cNvSpPr>
          <p:nvPr/>
        </p:nvSpPr>
        <p:spPr>
          <a:xfrm>
            <a:off x="8469017" y="4866581"/>
            <a:ext cx="4004331" cy="8163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sz="18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Также было проведено объёмное тестирование</a:t>
            </a: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4BC71709-9986-3F46-34FA-1B2310315909}"/>
              </a:ext>
            </a:extLst>
          </p:cNvPr>
          <p:cNvCxnSpPr>
            <a:cxnSpLocks/>
          </p:cNvCxnSpPr>
          <p:nvPr/>
        </p:nvCxnSpPr>
        <p:spPr>
          <a:xfrm>
            <a:off x="9444942" y="4794502"/>
            <a:ext cx="274705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472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995A5BCD-9101-CEC2-C94A-6DCEA0CBD310}"/>
              </a:ext>
            </a:extLst>
          </p:cNvPr>
          <p:cNvCxnSpPr>
            <a:cxnSpLocks/>
          </p:cNvCxnSpPr>
          <p:nvPr/>
        </p:nvCxnSpPr>
        <p:spPr>
          <a:xfrm flipV="1">
            <a:off x="6263640" y="2871979"/>
            <a:ext cx="1036653" cy="132104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568498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8105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25638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46153" y="204421"/>
            <a:ext cx="6966076" cy="972727"/>
          </a:xfrm>
        </p:spPr>
        <p:txBody>
          <a:bodyPr>
            <a:noAutofit/>
          </a:bodyPr>
          <a:lstStyle/>
          <a:p>
            <a:pPr algn="l"/>
            <a:r>
              <a:rPr lang="ru-RU" sz="66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Тестирование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BFCB2C07-522C-98EF-94F1-A538AF14C1BB}"/>
              </a:ext>
            </a:extLst>
          </p:cNvPr>
          <p:cNvSpPr txBox="1">
            <a:spLocks/>
          </p:cNvSpPr>
          <p:nvPr/>
        </p:nvSpPr>
        <p:spPr>
          <a:xfrm>
            <a:off x="628612" y="1348027"/>
            <a:ext cx="3996428" cy="1765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sz="18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Тестирование проводилось методом «чёрного ящика» с использованием ручного и функционального видов тестирования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705" y="5731007"/>
            <a:ext cx="9680295" cy="1126994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1AAC137-E246-D2EA-77C9-16C84E8FC10D}"/>
              </a:ext>
            </a:extLst>
          </p:cNvPr>
          <p:cNvGrpSpPr/>
          <p:nvPr/>
        </p:nvGrpSpPr>
        <p:grpSpPr>
          <a:xfrm>
            <a:off x="12308506" y="1215633"/>
            <a:ext cx="6629905" cy="881870"/>
            <a:chOff x="3606466" y="1378859"/>
            <a:chExt cx="6629905" cy="881870"/>
          </a:xfrm>
        </p:grpSpPr>
        <p:sp>
          <p:nvSpPr>
            <p:cNvPr id="3" name="Подзаголовок 2">
              <a:extLst>
                <a:ext uri="{FF2B5EF4-FFF2-40B4-BE49-F238E27FC236}">
                  <a16:creationId xmlns:a16="http://schemas.microsoft.com/office/drawing/2014/main" id="{88B45B10-1B01-F601-03FD-3BB41222B4F7}"/>
                </a:ext>
              </a:extLst>
            </p:cNvPr>
            <p:cNvSpPr txBox="1">
              <a:spLocks/>
            </p:cNvSpPr>
            <p:nvPr/>
          </p:nvSpPr>
          <p:spPr>
            <a:xfrm>
              <a:off x="4352082" y="1535618"/>
              <a:ext cx="5884289" cy="568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Интуитивно понятный интерфейс</a:t>
              </a:r>
            </a:p>
          </p:txBody>
        </p:sp>
        <p:pic>
          <p:nvPicPr>
            <p:cNvPr id="4" name="Рисунок 3">
              <a:extLst>
                <a:ext uri="{FF2B5EF4-FFF2-40B4-BE49-F238E27FC236}">
                  <a16:creationId xmlns:a16="http://schemas.microsoft.com/office/drawing/2014/main" id="{58ED28C3-5469-9B75-117E-034B4DA307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1378859"/>
              <a:ext cx="455633" cy="881870"/>
            </a:xfrm>
            <a:prstGeom prst="rect">
              <a:avLst/>
            </a:prstGeom>
          </p:spPr>
        </p:pic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9D528693-85B8-A679-0AE0-9CFE32D5E8D7}"/>
              </a:ext>
            </a:extLst>
          </p:cNvPr>
          <p:cNvGrpSpPr/>
          <p:nvPr/>
        </p:nvGrpSpPr>
        <p:grpSpPr>
          <a:xfrm>
            <a:off x="12308506" y="1829831"/>
            <a:ext cx="7973667" cy="881870"/>
            <a:chOff x="3606466" y="1979245"/>
            <a:chExt cx="7973667" cy="881870"/>
          </a:xfrm>
        </p:grpSpPr>
        <p:sp>
          <p:nvSpPr>
            <p:cNvPr id="7" name="Подзаголовок 2">
              <a:extLst>
                <a:ext uri="{FF2B5EF4-FFF2-40B4-BE49-F238E27FC236}">
                  <a16:creationId xmlns:a16="http://schemas.microsoft.com/office/drawing/2014/main" id="{64E22949-3473-5161-EC65-F8B6615F3C7C}"/>
                </a:ext>
              </a:extLst>
            </p:cNvPr>
            <p:cNvSpPr txBox="1">
              <a:spLocks/>
            </p:cNvSpPr>
            <p:nvPr/>
          </p:nvSpPr>
          <p:spPr>
            <a:xfrm>
              <a:off x="4313500" y="2059217"/>
              <a:ext cx="7266633" cy="72192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Стабильна и надёжная работа приложения</a:t>
              </a:r>
            </a:p>
          </p:txBody>
        </p:sp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6E56ACC5-8FBC-B26A-7036-80C0F0339F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1979245"/>
              <a:ext cx="455633" cy="881870"/>
            </a:xfrm>
            <a:prstGeom prst="rect">
              <a:avLst/>
            </a:prstGeom>
          </p:spPr>
        </p:pic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DCC73187-937F-CAB3-19D3-9D2B8799D219}"/>
              </a:ext>
            </a:extLst>
          </p:cNvPr>
          <p:cNvGrpSpPr/>
          <p:nvPr/>
        </p:nvGrpSpPr>
        <p:grpSpPr>
          <a:xfrm>
            <a:off x="12308506" y="2503361"/>
            <a:ext cx="7609984" cy="881870"/>
            <a:chOff x="3606466" y="2499199"/>
            <a:chExt cx="7609984" cy="881870"/>
          </a:xfrm>
        </p:grpSpPr>
        <p:sp>
          <p:nvSpPr>
            <p:cNvPr id="14" name="Подзаголовок 2">
              <a:extLst>
                <a:ext uri="{FF2B5EF4-FFF2-40B4-BE49-F238E27FC236}">
                  <a16:creationId xmlns:a16="http://schemas.microsoft.com/office/drawing/2014/main" id="{9C105D3C-1B12-1F92-CAB0-6B3E9C505D30}"/>
                </a:ext>
              </a:extLst>
            </p:cNvPr>
            <p:cNvSpPr txBox="1">
              <a:spLocks/>
            </p:cNvSpPr>
            <p:nvPr/>
          </p:nvSpPr>
          <p:spPr>
            <a:xfrm>
              <a:off x="4313500" y="2655958"/>
              <a:ext cx="6902950" cy="568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Простой процесс авторизации</a:t>
              </a:r>
            </a:p>
          </p:txBody>
        </p:sp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EB1D0488-FAB4-BE5C-55FE-989ED636A71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2499199"/>
              <a:ext cx="455633" cy="881870"/>
            </a:xfrm>
            <a:prstGeom prst="rect">
              <a:avLst/>
            </a:prstGeom>
          </p:spPr>
        </p:pic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E96937DD-C84E-4F02-1DDD-4CBCBEE90EE6}"/>
              </a:ext>
            </a:extLst>
          </p:cNvPr>
          <p:cNvGrpSpPr/>
          <p:nvPr/>
        </p:nvGrpSpPr>
        <p:grpSpPr>
          <a:xfrm>
            <a:off x="12308506" y="3173541"/>
            <a:ext cx="8271089" cy="888570"/>
            <a:chOff x="3606466" y="3104960"/>
            <a:chExt cx="8271089" cy="888570"/>
          </a:xfrm>
        </p:grpSpPr>
        <p:sp>
          <p:nvSpPr>
            <p:cNvPr id="17" name="Подзаголовок 2">
              <a:extLst>
                <a:ext uri="{FF2B5EF4-FFF2-40B4-BE49-F238E27FC236}">
                  <a16:creationId xmlns:a16="http://schemas.microsoft.com/office/drawing/2014/main" id="{974DE8BC-9EE6-A9A0-DD31-C7ED14D2686C}"/>
                </a:ext>
              </a:extLst>
            </p:cNvPr>
            <p:cNvSpPr txBox="1">
              <a:spLocks/>
            </p:cNvSpPr>
            <p:nvPr/>
          </p:nvSpPr>
          <p:spPr>
            <a:xfrm>
              <a:off x="4313500" y="3104960"/>
              <a:ext cx="7564055" cy="8885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Удобная система отслеживания выданных книг</a:t>
              </a:r>
            </a:p>
          </p:txBody>
        </p:sp>
        <p:pic>
          <p:nvPicPr>
            <p:cNvPr id="20" name="Рисунок 19">
              <a:extLst>
                <a:ext uri="{FF2B5EF4-FFF2-40B4-BE49-F238E27FC236}">
                  <a16:creationId xmlns:a16="http://schemas.microsoft.com/office/drawing/2014/main" id="{E33104AF-3A6D-C396-EFBD-871FA50E71C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3108310"/>
              <a:ext cx="455633" cy="881870"/>
            </a:xfrm>
            <a:prstGeom prst="rect">
              <a:avLst/>
            </a:prstGeom>
          </p:spPr>
        </p:pic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93F7E77F-2455-C3AD-6938-8E2C2E293944}"/>
              </a:ext>
            </a:extLst>
          </p:cNvPr>
          <p:cNvGrpSpPr/>
          <p:nvPr/>
        </p:nvGrpSpPr>
        <p:grpSpPr>
          <a:xfrm>
            <a:off x="12308506" y="3874111"/>
            <a:ext cx="8309670" cy="888570"/>
            <a:chOff x="3606466" y="3669682"/>
            <a:chExt cx="8309670" cy="888570"/>
          </a:xfrm>
        </p:grpSpPr>
        <p:sp>
          <p:nvSpPr>
            <p:cNvPr id="22" name="Подзаголовок 2">
              <a:extLst>
                <a:ext uri="{FF2B5EF4-FFF2-40B4-BE49-F238E27FC236}">
                  <a16:creationId xmlns:a16="http://schemas.microsoft.com/office/drawing/2014/main" id="{C864EA63-C3BA-1296-ACFB-D23E3D974F0A}"/>
                </a:ext>
              </a:extLst>
            </p:cNvPr>
            <p:cNvSpPr txBox="1">
              <a:spLocks/>
            </p:cNvSpPr>
            <p:nvPr/>
          </p:nvSpPr>
          <p:spPr>
            <a:xfrm>
              <a:off x="4352081" y="3669682"/>
              <a:ext cx="7564055" cy="8885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Удобная система отслеживания выданных книг</a:t>
              </a:r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1A8DA971-AB4A-261A-5DC5-993F50FAD8B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3673032"/>
              <a:ext cx="455633" cy="881870"/>
            </a:xfrm>
            <a:prstGeom prst="rect">
              <a:avLst/>
            </a:prstGeom>
          </p:spPr>
        </p:pic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B6DC5B2A-0D1C-7311-08E6-A0717ECE457B}"/>
              </a:ext>
            </a:extLst>
          </p:cNvPr>
          <p:cNvGrpSpPr/>
          <p:nvPr/>
        </p:nvGrpSpPr>
        <p:grpSpPr>
          <a:xfrm>
            <a:off x="12308506" y="4597272"/>
            <a:ext cx="8309671" cy="888570"/>
            <a:chOff x="3606466" y="4241505"/>
            <a:chExt cx="8309671" cy="888570"/>
          </a:xfrm>
        </p:grpSpPr>
        <p:sp>
          <p:nvSpPr>
            <p:cNvPr id="25" name="Подзаголовок 2">
              <a:extLst>
                <a:ext uri="{FF2B5EF4-FFF2-40B4-BE49-F238E27FC236}">
                  <a16:creationId xmlns:a16="http://schemas.microsoft.com/office/drawing/2014/main" id="{7ABF1DA7-089D-9114-338F-E50E11E596E3}"/>
                </a:ext>
              </a:extLst>
            </p:cNvPr>
            <p:cNvSpPr txBox="1">
              <a:spLocks/>
            </p:cNvSpPr>
            <p:nvPr/>
          </p:nvSpPr>
          <p:spPr>
            <a:xfrm>
              <a:off x="4352082" y="4241505"/>
              <a:ext cx="7564055" cy="8885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Можно добавлять новых читателей</a:t>
              </a:r>
            </a:p>
          </p:txBody>
        </p:sp>
        <p:pic>
          <p:nvPicPr>
            <p:cNvPr id="26" name="Рисунок 25">
              <a:extLst>
                <a:ext uri="{FF2B5EF4-FFF2-40B4-BE49-F238E27FC236}">
                  <a16:creationId xmlns:a16="http://schemas.microsoft.com/office/drawing/2014/main" id="{1FE82173-8370-756E-479C-7C2D6C2C0B1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4244855"/>
              <a:ext cx="455633" cy="881870"/>
            </a:xfrm>
            <a:prstGeom prst="rect">
              <a:avLst/>
            </a:prstGeom>
          </p:spPr>
        </p:pic>
      </p:grp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432C92AB-2501-0B87-733B-870E33F01FAC}"/>
              </a:ext>
            </a:extLst>
          </p:cNvPr>
          <p:cNvCxnSpPr>
            <a:cxnSpLocks/>
          </p:cNvCxnSpPr>
          <p:nvPr/>
        </p:nvCxnSpPr>
        <p:spPr>
          <a:xfrm>
            <a:off x="810566" y="2744637"/>
            <a:ext cx="4209571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7C387D70-F2CA-77C2-64C2-4618FCFDF5FC}"/>
              </a:ext>
            </a:extLst>
          </p:cNvPr>
          <p:cNvSpPr/>
          <p:nvPr/>
        </p:nvSpPr>
        <p:spPr>
          <a:xfrm>
            <a:off x="1025141" y="3411560"/>
            <a:ext cx="3644214" cy="475983"/>
          </a:xfrm>
          <a:prstGeom prst="roundRect">
            <a:avLst>
              <a:gd name="adj" fmla="val 50000"/>
            </a:avLst>
          </a:prstGeom>
          <a:noFill/>
          <a:ln w="57150">
            <a:solidFill>
              <a:srgbClr val="5685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Подзаголовок 2">
            <a:extLst>
              <a:ext uri="{FF2B5EF4-FFF2-40B4-BE49-F238E27FC236}">
                <a16:creationId xmlns:a16="http://schemas.microsoft.com/office/drawing/2014/main" id="{36252096-F053-03FA-20D4-A800F223A8D3}"/>
              </a:ext>
            </a:extLst>
          </p:cNvPr>
          <p:cNvSpPr txBox="1">
            <a:spLocks/>
          </p:cNvSpPr>
          <p:nvPr/>
        </p:nvSpPr>
        <p:spPr>
          <a:xfrm>
            <a:off x="749765" y="2929082"/>
            <a:ext cx="3644217" cy="482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Покрытие тестов </a:t>
            </a:r>
            <a:r>
              <a:rPr lang="ru-RU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–</a:t>
            </a:r>
            <a:endParaRPr lang="ru-RU" dirty="0">
              <a:solidFill>
                <a:schemeClr val="bg1"/>
              </a:solidFill>
              <a:latin typeface="Century Gothic" panose="020B0502020202020204" pitchFamily="34" charset="0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32" name="Подзаголовок 2">
            <a:extLst>
              <a:ext uri="{FF2B5EF4-FFF2-40B4-BE49-F238E27FC236}">
                <a16:creationId xmlns:a16="http://schemas.microsoft.com/office/drawing/2014/main" id="{7868B988-B770-FF61-23AA-CF5E0247B917}"/>
              </a:ext>
            </a:extLst>
          </p:cNvPr>
          <p:cNvSpPr txBox="1">
            <a:spLocks/>
          </p:cNvSpPr>
          <p:nvPr/>
        </p:nvSpPr>
        <p:spPr>
          <a:xfrm>
            <a:off x="980823" y="4011349"/>
            <a:ext cx="3644217" cy="813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Успешное прохождение тестов</a:t>
            </a:r>
            <a:r>
              <a:rPr lang="ru-RU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–</a:t>
            </a:r>
            <a:endParaRPr lang="ru-RU" dirty="0">
              <a:solidFill>
                <a:schemeClr val="bg1"/>
              </a:solidFill>
              <a:latin typeface="Century Gothic" panose="020B0502020202020204" pitchFamily="34" charset="0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33" name="Подзаголовок 2">
            <a:extLst>
              <a:ext uri="{FF2B5EF4-FFF2-40B4-BE49-F238E27FC236}">
                <a16:creationId xmlns:a16="http://schemas.microsoft.com/office/drawing/2014/main" id="{66A84068-8C3A-B727-858F-32358EBA4439}"/>
              </a:ext>
            </a:extLst>
          </p:cNvPr>
          <p:cNvSpPr txBox="1">
            <a:spLocks/>
          </p:cNvSpPr>
          <p:nvPr/>
        </p:nvSpPr>
        <p:spPr>
          <a:xfrm>
            <a:off x="8469017" y="4866581"/>
            <a:ext cx="4004331" cy="8163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sz="18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Также было проведено объёмное тестирование</a:t>
            </a: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B3389743-0902-F2A7-3D86-594801B324E0}"/>
              </a:ext>
            </a:extLst>
          </p:cNvPr>
          <p:cNvCxnSpPr>
            <a:cxnSpLocks/>
          </p:cNvCxnSpPr>
          <p:nvPr/>
        </p:nvCxnSpPr>
        <p:spPr>
          <a:xfrm>
            <a:off x="9444942" y="4794502"/>
            <a:ext cx="274705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4FC7323B-783C-710D-A488-D5FC0B711A3B}"/>
              </a:ext>
            </a:extLst>
          </p:cNvPr>
          <p:cNvSpPr/>
          <p:nvPr/>
        </p:nvSpPr>
        <p:spPr>
          <a:xfrm>
            <a:off x="1025891" y="4836618"/>
            <a:ext cx="3644214" cy="475983"/>
          </a:xfrm>
          <a:prstGeom prst="roundRect">
            <a:avLst>
              <a:gd name="adj" fmla="val 50000"/>
            </a:avLst>
          </a:prstGeom>
          <a:noFill/>
          <a:ln w="57150">
            <a:solidFill>
              <a:srgbClr val="5685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A4CBFE07-C754-B93E-AE10-CB49304C7D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5496" y="3985940"/>
            <a:ext cx="1254363" cy="867303"/>
          </a:xfrm>
          <a:prstGeom prst="rect">
            <a:avLst/>
          </a:prstGeom>
        </p:spPr>
      </p:pic>
      <p:sp>
        <p:nvSpPr>
          <p:cNvPr id="40" name="Подзаголовок 2">
            <a:extLst>
              <a:ext uri="{FF2B5EF4-FFF2-40B4-BE49-F238E27FC236}">
                <a16:creationId xmlns:a16="http://schemas.microsoft.com/office/drawing/2014/main" id="{0AFD9CE2-61D2-B6F1-C518-65AF7CEA898A}"/>
              </a:ext>
            </a:extLst>
          </p:cNvPr>
          <p:cNvSpPr txBox="1">
            <a:spLocks/>
          </p:cNvSpPr>
          <p:nvPr/>
        </p:nvSpPr>
        <p:spPr>
          <a:xfrm>
            <a:off x="4951453" y="4901206"/>
            <a:ext cx="1722449" cy="408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sz="16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Тестировщик</a:t>
            </a:r>
            <a:endParaRPr lang="ru-RU" dirty="0">
              <a:solidFill>
                <a:schemeClr val="bg1">
                  <a:lumMod val="10000"/>
                  <a:lumOff val="90000"/>
                </a:schemeClr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BE245EC1-B13E-B482-2D2F-95525AD2F0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6087" y="1979505"/>
            <a:ext cx="934701" cy="934701"/>
          </a:xfrm>
          <a:prstGeom prst="rect">
            <a:avLst/>
          </a:prstGeom>
        </p:spPr>
      </p:pic>
      <p:sp>
        <p:nvSpPr>
          <p:cNvPr id="43" name="Подзаголовок 2">
            <a:extLst>
              <a:ext uri="{FF2B5EF4-FFF2-40B4-BE49-F238E27FC236}">
                <a16:creationId xmlns:a16="http://schemas.microsoft.com/office/drawing/2014/main" id="{C5D5C5B1-B5C1-16F0-204C-3A5BCF4E6AC2}"/>
              </a:ext>
            </a:extLst>
          </p:cNvPr>
          <p:cNvSpPr txBox="1">
            <a:spLocks/>
          </p:cNvSpPr>
          <p:nvPr/>
        </p:nvSpPr>
        <p:spPr>
          <a:xfrm>
            <a:off x="6842213" y="1571339"/>
            <a:ext cx="1722449" cy="408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sz="16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Интерфейс</a:t>
            </a:r>
            <a:endParaRPr lang="ru-RU" dirty="0">
              <a:solidFill>
                <a:schemeClr val="bg1">
                  <a:lumMod val="10000"/>
                  <a:lumOff val="90000"/>
                </a:schemeClr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743DF52E-C89A-389A-D430-2E99A2D0AA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6860" y="1689307"/>
            <a:ext cx="735696" cy="841879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4C4EB6DA-C618-3348-80E6-1BEF034521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7855" y="3582846"/>
            <a:ext cx="934701" cy="656608"/>
          </a:xfrm>
          <a:prstGeom prst="rect">
            <a:avLst/>
          </a:prstGeom>
        </p:spPr>
      </p:pic>
      <p:sp>
        <p:nvSpPr>
          <p:cNvPr id="49" name="Подзаголовок 2">
            <a:extLst>
              <a:ext uri="{FF2B5EF4-FFF2-40B4-BE49-F238E27FC236}">
                <a16:creationId xmlns:a16="http://schemas.microsoft.com/office/drawing/2014/main" id="{FAC6AADD-063E-ECF7-7ECC-C6855950769D}"/>
              </a:ext>
            </a:extLst>
          </p:cNvPr>
          <p:cNvSpPr txBox="1">
            <a:spLocks/>
          </p:cNvSpPr>
          <p:nvPr/>
        </p:nvSpPr>
        <p:spPr>
          <a:xfrm>
            <a:off x="8863484" y="1345013"/>
            <a:ext cx="1722449" cy="408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sz="16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База данных</a:t>
            </a:r>
            <a:endParaRPr lang="ru-RU" dirty="0">
              <a:solidFill>
                <a:schemeClr val="bg1">
                  <a:lumMod val="10000"/>
                  <a:lumOff val="90000"/>
                </a:schemeClr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50" name="Подзаголовок 2">
            <a:extLst>
              <a:ext uri="{FF2B5EF4-FFF2-40B4-BE49-F238E27FC236}">
                <a16:creationId xmlns:a16="http://schemas.microsoft.com/office/drawing/2014/main" id="{98E88438-8626-0BA6-E821-5EEC3DA70AF1}"/>
              </a:ext>
            </a:extLst>
          </p:cNvPr>
          <p:cNvSpPr txBox="1">
            <a:spLocks/>
          </p:cNvSpPr>
          <p:nvPr/>
        </p:nvSpPr>
        <p:spPr>
          <a:xfrm>
            <a:off x="8763981" y="4233208"/>
            <a:ext cx="1722449" cy="408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sz="16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Система</a:t>
            </a:r>
            <a:endParaRPr lang="ru-RU" dirty="0">
              <a:solidFill>
                <a:schemeClr val="bg1">
                  <a:lumMod val="10000"/>
                  <a:lumOff val="90000"/>
                </a:schemeClr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51" name="Подзаголовок 2">
            <a:extLst>
              <a:ext uri="{FF2B5EF4-FFF2-40B4-BE49-F238E27FC236}">
                <a16:creationId xmlns:a16="http://schemas.microsoft.com/office/drawing/2014/main" id="{D04152FF-E1AE-5800-1523-1A20E9E6E5AD}"/>
              </a:ext>
            </a:extLst>
          </p:cNvPr>
          <p:cNvSpPr txBox="1">
            <a:spLocks/>
          </p:cNvSpPr>
          <p:nvPr/>
        </p:nvSpPr>
        <p:spPr>
          <a:xfrm>
            <a:off x="5354754" y="2931975"/>
            <a:ext cx="1810241" cy="803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sz="12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Тестирование функций через интерфейс</a:t>
            </a:r>
            <a:endParaRPr lang="ru-RU" sz="1800" dirty="0">
              <a:solidFill>
                <a:schemeClr val="bg1">
                  <a:lumMod val="10000"/>
                  <a:lumOff val="90000"/>
                </a:schemeClr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8ECAB72F-7948-44C2-0078-5AA70C487C1C}"/>
              </a:ext>
            </a:extLst>
          </p:cNvPr>
          <p:cNvCxnSpPr>
            <a:cxnSpLocks/>
          </p:cNvCxnSpPr>
          <p:nvPr/>
        </p:nvCxnSpPr>
        <p:spPr>
          <a:xfrm flipH="1" flipV="1">
            <a:off x="8133172" y="2871979"/>
            <a:ext cx="1163228" cy="77206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0459FD5C-71B2-018B-6C9F-95B7FB824051}"/>
              </a:ext>
            </a:extLst>
          </p:cNvPr>
          <p:cNvCxnSpPr>
            <a:cxnSpLocks/>
          </p:cNvCxnSpPr>
          <p:nvPr/>
        </p:nvCxnSpPr>
        <p:spPr>
          <a:xfrm flipH="1">
            <a:off x="8153400" y="2249934"/>
            <a:ext cx="1230630" cy="32639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Подзаголовок 2">
            <a:extLst>
              <a:ext uri="{FF2B5EF4-FFF2-40B4-BE49-F238E27FC236}">
                <a16:creationId xmlns:a16="http://schemas.microsoft.com/office/drawing/2014/main" id="{A23581FB-A1B9-CC59-1965-FF8D03441EED}"/>
              </a:ext>
            </a:extLst>
          </p:cNvPr>
          <p:cNvSpPr txBox="1">
            <a:spLocks/>
          </p:cNvSpPr>
          <p:nvPr/>
        </p:nvSpPr>
        <p:spPr>
          <a:xfrm>
            <a:off x="8644167" y="2729019"/>
            <a:ext cx="2137668" cy="803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  <a:lvl1pPr lvl="0"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r>
              <a:rPr lang="ru-RU" dirty="0"/>
              <a:t>Проверка реакции в системе или изменений в базе данных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0AAE4CEA-3E6D-61C1-5F64-9FCA08215027}"/>
              </a:ext>
            </a:extLst>
          </p:cNvPr>
          <p:cNvSpPr/>
          <p:nvPr/>
        </p:nvSpPr>
        <p:spPr>
          <a:xfrm>
            <a:off x="1016444" y="3411560"/>
            <a:ext cx="2945956" cy="499116"/>
          </a:xfrm>
          <a:prstGeom prst="roundRect">
            <a:avLst>
              <a:gd name="adj" fmla="val 50000"/>
            </a:avLst>
          </a:prstGeom>
          <a:solidFill>
            <a:srgbClr val="568599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8241FFED-B8EF-E04B-0F81-EBA52AAA1025}"/>
              </a:ext>
            </a:extLst>
          </p:cNvPr>
          <p:cNvSpPr/>
          <p:nvPr/>
        </p:nvSpPr>
        <p:spPr>
          <a:xfrm>
            <a:off x="1016444" y="4825043"/>
            <a:ext cx="3644216" cy="510971"/>
          </a:xfrm>
          <a:prstGeom prst="roundRect">
            <a:avLst>
              <a:gd name="adj" fmla="val 50000"/>
            </a:avLst>
          </a:prstGeom>
          <a:solidFill>
            <a:srgbClr val="568599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одзаголовок 2">
            <a:extLst>
              <a:ext uri="{FF2B5EF4-FFF2-40B4-BE49-F238E27FC236}">
                <a16:creationId xmlns:a16="http://schemas.microsoft.com/office/drawing/2014/main" id="{73227BA9-471F-6DA8-4ECD-17D0F5B445A4}"/>
              </a:ext>
            </a:extLst>
          </p:cNvPr>
          <p:cNvSpPr txBox="1">
            <a:spLocks/>
          </p:cNvSpPr>
          <p:nvPr/>
        </p:nvSpPr>
        <p:spPr>
          <a:xfrm>
            <a:off x="2720254" y="3421213"/>
            <a:ext cx="1367845" cy="482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b="1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80%</a:t>
            </a:r>
            <a:endParaRPr lang="ru-RU" b="1" dirty="0">
              <a:solidFill>
                <a:schemeClr val="bg1"/>
              </a:solidFill>
              <a:latin typeface="Century Gothic" panose="020B0502020202020204" pitchFamily="34" charset="0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  <p:sp>
        <p:nvSpPr>
          <p:cNvPr id="35" name="Подзаголовок 2">
            <a:extLst>
              <a:ext uri="{FF2B5EF4-FFF2-40B4-BE49-F238E27FC236}">
                <a16:creationId xmlns:a16="http://schemas.microsoft.com/office/drawing/2014/main" id="{4C610AD6-A987-60C7-4C24-350669DBBCC1}"/>
              </a:ext>
            </a:extLst>
          </p:cNvPr>
          <p:cNvSpPr txBox="1">
            <a:spLocks/>
          </p:cNvSpPr>
          <p:nvPr/>
        </p:nvSpPr>
        <p:spPr>
          <a:xfrm>
            <a:off x="3466522" y="4867824"/>
            <a:ext cx="1367845" cy="482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ru-RU" b="1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  <a:sym typeface="Century Gothic" panose="020B0502020202020204"/>
              </a:rPr>
              <a:t>100%</a:t>
            </a:r>
            <a:endParaRPr lang="ru-RU" b="1" dirty="0">
              <a:solidFill>
                <a:schemeClr val="bg1"/>
              </a:solidFill>
              <a:latin typeface="Century Gothic" panose="020B0502020202020204" pitchFamily="34" charset="0"/>
              <a:ea typeface="Century Gothic" panose="020B0502020202020204"/>
              <a:cs typeface="Century Gothic" panose="020B0502020202020204"/>
              <a:sym typeface="Century Gothic" panose="020B0502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872289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463251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>
            <a:cxnSpLocks/>
          </p:cNvCxnSpPr>
          <p:nvPr/>
        </p:nvCxnSpPr>
        <p:spPr>
          <a:xfrm>
            <a:off x="810566" y="0"/>
            <a:ext cx="0" cy="546325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0" y="125985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1361" y="143563"/>
            <a:ext cx="6966076" cy="972727"/>
          </a:xfrm>
        </p:spPr>
        <p:txBody>
          <a:bodyPr>
            <a:noAutofit/>
          </a:bodyPr>
          <a:lstStyle/>
          <a:p>
            <a:pPr algn="l"/>
            <a:r>
              <a:rPr lang="ru-RU" sz="66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Заключение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BFCB2C07-522C-98EF-94F1-A538AF14C1BB}"/>
              </a:ext>
            </a:extLst>
          </p:cNvPr>
          <p:cNvSpPr txBox="1">
            <a:spLocks/>
          </p:cNvSpPr>
          <p:nvPr/>
        </p:nvSpPr>
        <p:spPr>
          <a:xfrm>
            <a:off x="881669" y="2095018"/>
            <a:ext cx="2566701" cy="3224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4000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Пришло время подвести итоги: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9" y="5725545"/>
            <a:ext cx="9680295" cy="1126994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5A2E037C-B469-3AE8-74FC-4566D5D3E701}"/>
              </a:ext>
            </a:extLst>
          </p:cNvPr>
          <p:cNvCxnSpPr>
            <a:cxnSpLocks/>
          </p:cNvCxnSpPr>
          <p:nvPr/>
        </p:nvCxnSpPr>
        <p:spPr>
          <a:xfrm>
            <a:off x="3553766" y="1259853"/>
            <a:ext cx="0" cy="420339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6BECE93E-0D30-1191-097F-780A2425C534}"/>
              </a:ext>
            </a:extLst>
          </p:cNvPr>
          <p:cNvCxnSpPr>
            <a:cxnSpLocks/>
          </p:cNvCxnSpPr>
          <p:nvPr/>
        </p:nvCxnSpPr>
        <p:spPr>
          <a:xfrm>
            <a:off x="4114799" y="1259853"/>
            <a:ext cx="0" cy="4203398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E1A14506-AF06-F4B9-B588-914719B5A5C4}"/>
              </a:ext>
            </a:extLst>
          </p:cNvPr>
          <p:cNvGrpSpPr/>
          <p:nvPr/>
        </p:nvGrpSpPr>
        <p:grpSpPr>
          <a:xfrm>
            <a:off x="3606466" y="1215633"/>
            <a:ext cx="6629905" cy="881870"/>
            <a:chOff x="3606466" y="1378859"/>
            <a:chExt cx="6629905" cy="881870"/>
          </a:xfrm>
        </p:grpSpPr>
        <p:sp>
          <p:nvSpPr>
            <p:cNvPr id="2" name="Подзаголовок 2">
              <a:extLst>
                <a:ext uri="{FF2B5EF4-FFF2-40B4-BE49-F238E27FC236}">
                  <a16:creationId xmlns:a16="http://schemas.microsoft.com/office/drawing/2014/main" id="{27505E51-B8B2-AC93-FBC7-70E8EED7564A}"/>
                </a:ext>
              </a:extLst>
            </p:cNvPr>
            <p:cNvSpPr txBox="1">
              <a:spLocks/>
            </p:cNvSpPr>
            <p:nvPr/>
          </p:nvSpPr>
          <p:spPr>
            <a:xfrm>
              <a:off x="4352082" y="1535618"/>
              <a:ext cx="5884289" cy="568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Интуитивно понятный интерфейс</a:t>
              </a:r>
            </a:p>
          </p:txBody>
        </p:sp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067A05B5-76E9-C910-A7E2-C2794DF080E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1378859"/>
              <a:ext cx="455633" cy="881870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C4F5A908-3BE4-97B1-E0A8-3F2AF1F8D7AA}"/>
              </a:ext>
            </a:extLst>
          </p:cNvPr>
          <p:cNvGrpSpPr/>
          <p:nvPr/>
        </p:nvGrpSpPr>
        <p:grpSpPr>
          <a:xfrm>
            <a:off x="3606466" y="1829831"/>
            <a:ext cx="7973667" cy="881870"/>
            <a:chOff x="3606466" y="1979245"/>
            <a:chExt cx="7973667" cy="881870"/>
          </a:xfrm>
        </p:grpSpPr>
        <p:sp>
          <p:nvSpPr>
            <p:cNvPr id="14" name="Подзаголовок 2">
              <a:extLst>
                <a:ext uri="{FF2B5EF4-FFF2-40B4-BE49-F238E27FC236}">
                  <a16:creationId xmlns:a16="http://schemas.microsoft.com/office/drawing/2014/main" id="{1F2D9E43-00DA-79F2-31D6-3EC999E9E216}"/>
                </a:ext>
              </a:extLst>
            </p:cNvPr>
            <p:cNvSpPr txBox="1">
              <a:spLocks/>
            </p:cNvSpPr>
            <p:nvPr/>
          </p:nvSpPr>
          <p:spPr>
            <a:xfrm>
              <a:off x="4313500" y="2059217"/>
              <a:ext cx="7266633" cy="72192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Стабильна и надёжная работа приложения</a:t>
              </a:r>
            </a:p>
          </p:txBody>
        </p:sp>
        <p:pic>
          <p:nvPicPr>
            <p:cNvPr id="23" name="Рисунок 22">
              <a:extLst>
                <a:ext uri="{FF2B5EF4-FFF2-40B4-BE49-F238E27FC236}">
                  <a16:creationId xmlns:a16="http://schemas.microsoft.com/office/drawing/2014/main" id="{2753BF26-84AB-8663-E869-ED62601960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1979245"/>
              <a:ext cx="455633" cy="881870"/>
            </a:xfrm>
            <a:prstGeom prst="rect">
              <a:avLst/>
            </a:prstGeom>
          </p:spPr>
        </p:pic>
      </p:grp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55701727-67C5-755D-1CD2-F8875A57E0DD}"/>
              </a:ext>
            </a:extLst>
          </p:cNvPr>
          <p:cNvGrpSpPr/>
          <p:nvPr/>
        </p:nvGrpSpPr>
        <p:grpSpPr>
          <a:xfrm>
            <a:off x="3606466" y="2503361"/>
            <a:ext cx="7609984" cy="881870"/>
            <a:chOff x="3606466" y="2499199"/>
            <a:chExt cx="7609984" cy="881870"/>
          </a:xfrm>
        </p:grpSpPr>
        <p:sp>
          <p:nvSpPr>
            <p:cNvPr id="15" name="Подзаголовок 2">
              <a:extLst>
                <a:ext uri="{FF2B5EF4-FFF2-40B4-BE49-F238E27FC236}">
                  <a16:creationId xmlns:a16="http://schemas.microsoft.com/office/drawing/2014/main" id="{89AB008D-5570-D7BA-C64B-F609D1FB8E26}"/>
                </a:ext>
              </a:extLst>
            </p:cNvPr>
            <p:cNvSpPr txBox="1">
              <a:spLocks/>
            </p:cNvSpPr>
            <p:nvPr/>
          </p:nvSpPr>
          <p:spPr>
            <a:xfrm>
              <a:off x="4313500" y="2655958"/>
              <a:ext cx="6902950" cy="568352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Простой процесс авторизации</a:t>
              </a:r>
            </a:p>
          </p:txBody>
        </p:sp>
        <p:pic>
          <p:nvPicPr>
            <p:cNvPr id="27" name="Рисунок 26">
              <a:extLst>
                <a:ext uri="{FF2B5EF4-FFF2-40B4-BE49-F238E27FC236}">
                  <a16:creationId xmlns:a16="http://schemas.microsoft.com/office/drawing/2014/main" id="{58CA4B30-151C-AEE1-7B21-BCAFC991E1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2499199"/>
              <a:ext cx="455633" cy="881870"/>
            </a:xfrm>
            <a:prstGeom prst="rect">
              <a:avLst/>
            </a:prstGeom>
          </p:spPr>
        </p:pic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3685D0CF-39F8-6D52-3DC2-2B230095443D}"/>
              </a:ext>
            </a:extLst>
          </p:cNvPr>
          <p:cNvGrpSpPr/>
          <p:nvPr/>
        </p:nvGrpSpPr>
        <p:grpSpPr>
          <a:xfrm>
            <a:off x="3606466" y="3173541"/>
            <a:ext cx="8271089" cy="888570"/>
            <a:chOff x="3606466" y="3104960"/>
            <a:chExt cx="8271089" cy="888570"/>
          </a:xfrm>
        </p:grpSpPr>
        <p:sp>
          <p:nvSpPr>
            <p:cNvPr id="16" name="Подзаголовок 2">
              <a:extLst>
                <a:ext uri="{FF2B5EF4-FFF2-40B4-BE49-F238E27FC236}">
                  <a16:creationId xmlns:a16="http://schemas.microsoft.com/office/drawing/2014/main" id="{E2D8D6A6-0BF3-40C5-ED50-F998F4E86267}"/>
                </a:ext>
              </a:extLst>
            </p:cNvPr>
            <p:cNvSpPr txBox="1">
              <a:spLocks/>
            </p:cNvSpPr>
            <p:nvPr/>
          </p:nvSpPr>
          <p:spPr>
            <a:xfrm>
              <a:off x="4313500" y="3104960"/>
              <a:ext cx="7564055" cy="8885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Удобная система отслеживания выданных книг</a:t>
              </a:r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6B121DE8-D0E0-5A88-28BB-241BB272F1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3108310"/>
              <a:ext cx="455633" cy="881870"/>
            </a:xfrm>
            <a:prstGeom prst="rect">
              <a:avLst/>
            </a:prstGeom>
          </p:spPr>
        </p:pic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CCF0C863-044D-579F-339B-8158C9226ABF}"/>
              </a:ext>
            </a:extLst>
          </p:cNvPr>
          <p:cNvGrpSpPr/>
          <p:nvPr/>
        </p:nvGrpSpPr>
        <p:grpSpPr>
          <a:xfrm>
            <a:off x="3606466" y="3874111"/>
            <a:ext cx="8309670" cy="888570"/>
            <a:chOff x="3606466" y="3669682"/>
            <a:chExt cx="8309670" cy="888570"/>
          </a:xfrm>
        </p:grpSpPr>
        <p:sp>
          <p:nvSpPr>
            <p:cNvPr id="17" name="Подзаголовок 2">
              <a:extLst>
                <a:ext uri="{FF2B5EF4-FFF2-40B4-BE49-F238E27FC236}">
                  <a16:creationId xmlns:a16="http://schemas.microsoft.com/office/drawing/2014/main" id="{BDE987F3-BFE7-68A7-FF95-54338073108F}"/>
                </a:ext>
              </a:extLst>
            </p:cNvPr>
            <p:cNvSpPr txBox="1">
              <a:spLocks/>
            </p:cNvSpPr>
            <p:nvPr/>
          </p:nvSpPr>
          <p:spPr>
            <a:xfrm>
              <a:off x="4352081" y="3669682"/>
              <a:ext cx="7564055" cy="8885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Удобная система отслеживания сотрудников</a:t>
              </a:r>
            </a:p>
          </p:txBody>
        </p:sp>
        <p:pic>
          <p:nvPicPr>
            <p:cNvPr id="29" name="Рисунок 28">
              <a:extLst>
                <a:ext uri="{FF2B5EF4-FFF2-40B4-BE49-F238E27FC236}">
                  <a16:creationId xmlns:a16="http://schemas.microsoft.com/office/drawing/2014/main" id="{A9B3CD10-0248-01CF-1984-2FC53CC6AB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3673032"/>
              <a:ext cx="455633" cy="881870"/>
            </a:xfrm>
            <a:prstGeom prst="rect">
              <a:avLst/>
            </a:prstGeom>
          </p:spPr>
        </p:pic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4B397ED8-95CB-D581-82B4-36DC0997A941}"/>
              </a:ext>
            </a:extLst>
          </p:cNvPr>
          <p:cNvGrpSpPr/>
          <p:nvPr/>
        </p:nvGrpSpPr>
        <p:grpSpPr>
          <a:xfrm>
            <a:off x="3606466" y="4597272"/>
            <a:ext cx="8309671" cy="888570"/>
            <a:chOff x="3606466" y="4241505"/>
            <a:chExt cx="8309671" cy="888570"/>
          </a:xfrm>
        </p:grpSpPr>
        <p:sp>
          <p:nvSpPr>
            <p:cNvPr id="18" name="Подзаголовок 2">
              <a:extLst>
                <a:ext uri="{FF2B5EF4-FFF2-40B4-BE49-F238E27FC236}">
                  <a16:creationId xmlns:a16="http://schemas.microsoft.com/office/drawing/2014/main" id="{AB342FC3-D4D6-201B-54E1-0D9C6179EA37}"/>
                </a:ext>
              </a:extLst>
            </p:cNvPr>
            <p:cNvSpPr txBox="1">
              <a:spLocks/>
            </p:cNvSpPr>
            <p:nvPr/>
          </p:nvSpPr>
          <p:spPr>
            <a:xfrm>
              <a:off x="4352082" y="4241505"/>
              <a:ext cx="7564055" cy="888570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ru-RU" dirty="0">
                  <a:solidFill>
                    <a:schemeClr val="bg1">
                      <a:lumMod val="10000"/>
                      <a:lumOff val="90000"/>
                    </a:schemeClr>
                  </a:solidFill>
                  <a:latin typeface="Century Gothic" panose="020B0502020202020204" pitchFamily="34" charset="0"/>
                </a:rPr>
                <a:t>Можно добавлять новых читателей</a:t>
              </a:r>
            </a:p>
          </p:txBody>
        </p:sp>
        <p:pic>
          <p:nvPicPr>
            <p:cNvPr id="30" name="Рисунок 29">
              <a:extLst>
                <a:ext uri="{FF2B5EF4-FFF2-40B4-BE49-F238E27FC236}">
                  <a16:creationId xmlns:a16="http://schemas.microsoft.com/office/drawing/2014/main" id="{50C94624-60C8-ECBF-4EF1-81FA961FA7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06466" y="4244855"/>
              <a:ext cx="455633" cy="881870"/>
            </a:xfrm>
            <a:prstGeom prst="rect">
              <a:avLst/>
            </a:prstGeom>
          </p:spPr>
        </p:pic>
      </p:grpSp>
      <p:sp>
        <p:nvSpPr>
          <p:cNvPr id="39" name="Подзаголовок 2">
            <a:extLst>
              <a:ext uri="{FF2B5EF4-FFF2-40B4-BE49-F238E27FC236}">
                <a16:creationId xmlns:a16="http://schemas.microsoft.com/office/drawing/2014/main" id="{1A4AB3B1-09FD-416B-67B7-AD2782503847}"/>
              </a:ext>
            </a:extLst>
          </p:cNvPr>
          <p:cNvSpPr txBox="1">
            <a:spLocks/>
          </p:cNvSpPr>
          <p:nvPr/>
        </p:nvSpPr>
        <p:spPr>
          <a:xfrm>
            <a:off x="3124004" y="6890283"/>
            <a:ext cx="6053519" cy="440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Буду рада ответить на ваши вопросы</a:t>
            </a:r>
          </a:p>
        </p:txBody>
      </p:sp>
      <p:sp>
        <p:nvSpPr>
          <p:cNvPr id="40" name="Подзаголовок 2">
            <a:extLst>
              <a:ext uri="{FF2B5EF4-FFF2-40B4-BE49-F238E27FC236}">
                <a16:creationId xmlns:a16="http://schemas.microsoft.com/office/drawing/2014/main" id="{E679AF67-8D8E-B8B2-B5FB-CE75DDB37E7F}"/>
              </a:ext>
            </a:extLst>
          </p:cNvPr>
          <p:cNvSpPr txBox="1">
            <a:spLocks/>
          </p:cNvSpPr>
          <p:nvPr/>
        </p:nvSpPr>
        <p:spPr>
          <a:xfrm>
            <a:off x="3124004" y="7347079"/>
            <a:ext cx="6053519" cy="440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Волчкова А.М.</a:t>
            </a:r>
          </a:p>
        </p:txBody>
      </p:sp>
    </p:spTree>
    <p:extLst>
      <p:ext uri="{BB962C8B-B14F-4D97-AF65-F5344CB8AC3E}">
        <p14:creationId xmlns:p14="http://schemas.microsoft.com/office/powerpoint/2010/main" val="3263512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FA27CE-3692-7E9D-6350-46A8D24B15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372" y="1856239"/>
            <a:ext cx="5564782" cy="912864"/>
          </a:xfrm>
          <a:prstGeom prst="rect">
            <a:avLst/>
          </a:prstGeom>
        </p:spPr>
      </p:pic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1448C721-148E-8A0B-3081-F46F09DF03D7}"/>
              </a:ext>
            </a:extLst>
          </p:cNvPr>
          <p:cNvCxnSpPr>
            <a:cxnSpLocks/>
          </p:cNvCxnSpPr>
          <p:nvPr/>
        </p:nvCxnSpPr>
        <p:spPr>
          <a:xfrm>
            <a:off x="0" y="5737764"/>
            <a:ext cx="1219200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D01B8C2-5C7C-E3AB-0732-5084D5A12313}"/>
              </a:ext>
            </a:extLst>
          </p:cNvPr>
          <p:cNvCxnSpPr/>
          <p:nvPr/>
        </p:nvCxnSpPr>
        <p:spPr>
          <a:xfrm>
            <a:off x="810566" y="0"/>
            <a:ext cx="0" cy="685800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842AB6B9-66F9-AE1D-4AA4-28D56B271767}"/>
              </a:ext>
            </a:extLst>
          </p:cNvPr>
          <p:cNvCxnSpPr>
            <a:cxnSpLocks/>
          </p:cNvCxnSpPr>
          <p:nvPr/>
        </p:nvCxnSpPr>
        <p:spPr>
          <a:xfrm>
            <a:off x="3962401" y="1128673"/>
            <a:ext cx="8229599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B34953B1-D7F2-04B8-C797-D9FB066D1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3731" y="2879834"/>
            <a:ext cx="5894063" cy="1286055"/>
          </a:xfrm>
        </p:spPr>
        <p:txBody>
          <a:bodyPr>
            <a:noAutofit/>
          </a:bodyPr>
          <a:lstStyle/>
          <a:p>
            <a:pPr algn="l"/>
            <a:r>
              <a:rPr lang="ru-RU" sz="9200" b="1" dirty="0">
                <a:solidFill>
                  <a:srgbClr val="568599"/>
                </a:solidFill>
                <a:latin typeface="Century Gothic" panose="020B0502020202020204" pitchFamily="34" charset="0"/>
              </a:rPr>
              <a:t>Спасибо!</a:t>
            </a:r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BFCB2C07-522C-98EF-94F1-A538AF14C1BB}"/>
              </a:ext>
            </a:extLst>
          </p:cNvPr>
          <p:cNvSpPr txBox="1">
            <a:spLocks/>
          </p:cNvSpPr>
          <p:nvPr/>
        </p:nvSpPr>
        <p:spPr>
          <a:xfrm>
            <a:off x="3124004" y="4112847"/>
            <a:ext cx="6053519" cy="440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Буду рада ответить на ваши вопросы</a:t>
            </a: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7FC04808-9E4A-7C57-F252-B48632D4FF7D}"/>
              </a:ext>
            </a:extLst>
          </p:cNvPr>
          <p:cNvCxnSpPr>
            <a:cxnSpLocks/>
          </p:cNvCxnSpPr>
          <p:nvPr/>
        </p:nvCxnSpPr>
        <p:spPr>
          <a:xfrm>
            <a:off x="1511606" y="4781801"/>
            <a:ext cx="0" cy="2076199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одзаголовок 2">
            <a:extLst>
              <a:ext uri="{FF2B5EF4-FFF2-40B4-BE49-F238E27FC236}">
                <a16:creationId xmlns:a16="http://schemas.microsoft.com/office/drawing/2014/main" id="{4034B359-DEBA-8DF6-850A-F9D73E578430}"/>
              </a:ext>
            </a:extLst>
          </p:cNvPr>
          <p:cNvSpPr txBox="1">
            <a:spLocks/>
          </p:cNvSpPr>
          <p:nvPr/>
        </p:nvSpPr>
        <p:spPr>
          <a:xfrm>
            <a:off x="3124004" y="4569643"/>
            <a:ext cx="6053519" cy="440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>
                    <a:lumMod val="10000"/>
                    <a:lumOff val="90000"/>
                  </a:schemeClr>
                </a:solidFill>
                <a:latin typeface="Century Gothic" panose="020B0502020202020204" pitchFamily="34" charset="0"/>
              </a:rPr>
              <a:t>Волчкова А.М.</a:t>
            </a:r>
          </a:p>
        </p:txBody>
      </p:sp>
    </p:spTree>
    <p:extLst>
      <p:ext uri="{BB962C8B-B14F-4D97-AF65-F5344CB8AC3E}">
        <p14:creationId xmlns:p14="http://schemas.microsoft.com/office/powerpoint/2010/main" val="1453665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D453CB-C1BA-FE9E-6FD0-4F250E6B8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16490DA-B714-AADE-9578-28047F4DB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764" y="0"/>
            <a:ext cx="97204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160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1674</TotalTime>
  <Words>1097</Words>
  <Application>Microsoft Office PowerPoint</Application>
  <PresentationFormat>Широкоэкранный</PresentationFormat>
  <Paragraphs>361</Paragraphs>
  <Slides>41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Century Gothic</vt:lpstr>
      <vt:lpstr>Тема Office</vt:lpstr>
      <vt:lpstr>Презентация PowerPoint</vt:lpstr>
      <vt:lpstr>BookShelf</vt:lpstr>
      <vt:lpstr>Актуальность</vt:lpstr>
      <vt:lpstr>Цель</vt:lpstr>
      <vt:lpstr>Задачи</vt:lpstr>
      <vt:lpstr>Анализ рынка</vt:lpstr>
      <vt:lpstr>Анализ рынка</vt:lpstr>
      <vt:lpstr>Анализ рынка</vt:lpstr>
      <vt:lpstr>Анализ рынка</vt:lpstr>
      <vt:lpstr>Анализ рынка</vt:lpstr>
      <vt:lpstr>Модули информационной системы</vt:lpstr>
      <vt:lpstr>Модули информационной системы</vt:lpstr>
      <vt:lpstr>Модули информационной системы</vt:lpstr>
      <vt:lpstr>Модули информационной системы</vt:lpstr>
      <vt:lpstr>Модули информационной системы</vt:lpstr>
      <vt:lpstr>Модули информационной системы</vt:lpstr>
      <vt:lpstr>Модули информационной системы</vt:lpstr>
      <vt:lpstr>Модули информационной системы</vt:lpstr>
      <vt:lpstr>Модули информационной системы</vt:lpstr>
      <vt:lpstr>Модули информационной системы</vt:lpstr>
      <vt:lpstr>Типы пользователей</vt:lpstr>
      <vt:lpstr>База данных</vt:lpstr>
      <vt:lpstr>Функционал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Средства разработки</vt:lpstr>
      <vt:lpstr>Средства разработки</vt:lpstr>
      <vt:lpstr>Средства разработки</vt:lpstr>
      <vt:lpstr>Средства разработки</vt:lpstr>
      <vt:lpstr>Средства разработки</vt:lpstr>
      <vt:lpstr>Тестирование</vt:lpstr>
      <vt:lpstr>Тестирование</vt:lpstr>
      <vt:lpstr>Заключение</vt:lpstr>
      <vt:lpstr>Спасибо!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Арина Волчкова</dc:creator>
  <cp:lastModifiedBy>Арина Волчкова</cp:lastModifiedBy>
  <cp:revision>93</cp:revision>
  <dcterms:created xsi:type="dcterms:W3CDTF">2024-06-02T20:45:53Z</dcterms:created>
  <dcterms:modified xsi:type="dcterms:W3CDTF">2026-05-19T14:40:16Z</dcterms:modified>
</cp:coreProperties>
</file>